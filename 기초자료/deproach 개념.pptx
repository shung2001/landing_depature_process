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3"/>
  </p:notesMasterIdLst>
  <p:sldIdLst>
    <p:sldId id="277" r:id="rId2"/>
    <p:sldId id="282" r:id="rId3"/>
    <p:sldId id="281" r:id="rId4"/>
    <p:sldId id="288" r:id="rId5"/>
    <p:sldId id="289" r:id="rId6"/>
    <p:sldId id="290" r:id="rId7"/>
    <p:sldId id="280" r:id="rId8"/>
    <p:sldId id="273" r:id="rId9"/>
    <p:sldId id="267" r:id="rId10"/>
    <p:sldId id="279" r:id="rId11"/>
    <p:sldId id="276" r:id="rId12"/>
    <p:sldId id="278" r:id="rId13"/>
    <p:sldId id="271" r:id="rId14"/>
    <p:sldId id="283" r:id="rId15"/>
    <p:sldId id="285" r:id="rId16"/>
    <p:sldId id="272" r:id="rId17"/>
    <p:sldId id="270" r:id="rId18"/>
    <p:sldId id="274" r:id="rId19"/>
    <p:sldId id="287" r:id="rId20"/>
    <p:sldId id="275" r:id="rId21"/>
    <p:sldId id="268" r:id="rId22"/>
    <p:sldId id="286" r:id="rId23"/>
    <p:sldId id="266" r:id="rId24"/>
    <p:sldId id="264" r:id="rId25"/>
    <p:sldId id="257" r:id="rId26"/>
    <p:sldId id="262" r:id="rId27"/>
    <p:sldId id="263" r:id="rId28"/>
    <p:sldId id="256" r:id="rId29"/>
    <p:sldId id="260" r:id="rId30"/>
    <p:sldId id="258" r:id="rId31"/>
    <p:sldId id="259" r:id="rId32"/>
  </p:sldIdLst>
  <p:sldSz cx="12192000" cy="6858000"/>
  <p:notesSz cx="6858000" cy="9144000"/>
  <p:defaultTex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기본 구역" id="{C46E7789-E3A3-4D8F-A1EF-66E776546052}">
          <p14:sldIdLst>
            <p14:sldId id="277"/>
            <p14:sldId id="282"/>
            <p14:sldId id="281"/>
            <p14:sldId id="288"/>
            <p14:sldId id="289"/>
            <p14:sldId id="290"/>
            <p14:sldId id="280"/>
            <p14:sldId id="273"/>
            <p14:sldId id="267"/>
            <p14:sldId id="279"/>
            <p14:sldId id="276"/>
            <p14:sldId id="278"/>
            <p14:sldId id="271"/>
            <p14:sldId id="283"/>
            <p14:sldId id="285"/>
            <p14:sldId id="272"/>
            <p14:sldId id="270"/>
            <p14:sldId id="274"/>
            <p14:sldId id="287"/>
            <p14:sldId id="275"/>
            <p14:sldId id="268"/>
          </p14:sldIdLst>
        </p14:section>
        <p14:section name="extra" id="{A817333A-3619-4516-9904-9BCB1F3E11AD}">
          <p14:sldIdLst>
            <p14:sldId id="286"/>
            <p14:sldId id="266"/>
            <p14:sldId id="264"/>
            <p14:sldId id="257"/>
            <p14:sldId id="262"/>
            <p14:sldId id="263"/>
            <p14:sldId id="256"/>
            <p14:sldId id="260"/>
            <p14:sldId id="258"/>
            <p14:sldId id="25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101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보통 스타일 2 - 강조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983" autoAdjust="0"/>
    <p:restoredTop sz="95992" autoAdjust="0"/>
  </p:normalViewPr>
  <p:slideViewPr>
    <p:cSldViewPr snapToGrid="0">
      <p:cViewPr>
        <p:scale>
          <a:sx n="125" d="100"/>
          <a:sy n="125" d="100"/>
        </p:scale>
        <p:origin x="72" y="-955"/>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ko-KR" altLang="en-US"/>
          </a:p>
        </p:txBody>
      </p:sp>
      <p:sp>
        <p:nvSpPr>
          <p:cNvPr id="3" name="날짜 개체 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34EACB2-3FAA-47D5-9E70-2D1A428D9CB2}" type="datetimeFigureOut">
              <a:rPr lang="ko-KR" altLang="en-US" smtClean="0"/>
              <a:t>2025-06-05</a:t>
            </a:fld>
            <a:endParaRPr lang="ko-KR" altLang="en-US"/>
          </a:p>
        </p:txBody>
      </p:sp>
      <p:sp>
        <p:nvSpPr>
          <p:cNvPr id="4" name="슬라이드 이미지 개체 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ko-KR" altLang="en-US"/>
          </a:p>
        </p:txBody>
      </p:sp>
      <p:sp>
        <p:nvSpPr>
          <p:cNvPr id="5" name="슬라이드 노트 개체 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6" name="바닥글 개체 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ko-KR" altLang="en-US"/>
          </a:p>
        </p:txBody>
      </p:sp>
      <p:sp>
        <p:nvSpPr>
          <p:cNvPr id="7" name="슬라이드 번호 개체 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BFC28AB-507E-47F0-9556-E638171DDA91}" type="slidenum">
              <a:rPr lang="ko-KR" altLang="en-US" smtClean="0"/>
              <a:t>‹#›</a:t>
            </a:fld>
            <a:endParaRPr lang="ko-KR" altLang="en-US"/>
          </a:p>
        </p:txBody>
      </p:sp>
    </p:spTree>
    <p:extLst>
      <p:ext uri="{BB962C8B-B14F-4D97-AF65-F5344CB8AC3E}">
        <p14:creationId xmlns:p14="http://schemas.microsoft.com/office/powerpoint/2010/main" val="247014735"/>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ko-KR"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위 그림처럼</a:t>
            </a:r>
            <a:r>
              <a:rPr lang="en-US"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 descent angle</a:t>
            </a:r>
            <a:r>
              <a:rPr lang="ko-KR"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에 따라</a:t>
            </a:r>
            <a:r>
              <a:rPr lang="en-US"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 </a:t>
            </a:r>
            <a:r>
              <a:rPr lang="en-US" altLang="ko-KR" sz="1800" kern="100" dirty="0" err="1">
                <a:effectLst/>
                <a:latin typeface="맑은 고딕" panose="020B0503020000020004" pitchFamily="50" charset="-127"/>
                <a:ea typeface="맑은 고딕" panose="020B0503020000020004" pitchFamily="50" charset="-127"/>
                <a:cs typeface="Times New Roman" panose="02020603050405020304" pitchFamily="18" charset="0"/>
              </a:rPr>
              <a:t>deproach</a:t>
            </a:r>
            <a:r>
              <a:rPr lang="en-US"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 dimension / </a:t>
            </a:r>
            <a:r>
              <a:rPr lang="ko-KR"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소음 영향권이 변화하는데</a:t>
            </a:r>
            <a:r>
              <a:rPr lang="en-US"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 </a:t>
            </a:r>
            <a:r>
              <a:rPr lang="ko-KR"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연구에서 몇몇 조합에 대해 평가하는 방향으로 진행하면 좋을 듯 합니다</a:t>
            </a:r>
            <a:r>
              <a:rPr lang="ko-KR" altLang="ko-KR" sz="1800" b="1" kern="100" dirty="0">
                <a:effectLst/>
                <a:latin typeface="맑은 고딕" panose="020B0503020000020004" pitchFamily="50" charset="-127"/>
                <a:ea typeface="맑은 고딕" panose="020B0503020000020004" pitchFamily="50" charset="-127"/>
                <a:cs typeface="Times New Roman" panose="02020603050405020304" pitchFamily="18" charset="0"/>
              </a:rPr>
              <a:t> </a:t>
            </a:r>
            <a:r>
              <a:rPr lang="en-US"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(concept vehicle </a:t>
            </a:r>
            <a:r>
              <a:rPr lang="ko-KR"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특성과</a:t>
            </a:r>
            <a:r>
              <a:rPr lang="en-US"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 NASA </a:t>
            </a:r>
            <a:r>
              <a:rPr lang="ko-KR"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연구 중</a:t>
            </a:r>
            <a:r>
              <a:rPr lang="en-US"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 descent angle</a:t>
            </a:r>
            <a:r>
              <a:rPr lang="ko-KR"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과 비행속도에 따른 퍼포먼스</a:t>
            </a:r>
            <a:r>
              <a:rPr lang="en-US"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 - passenger comfort, safety, efficiency, pilot rating - </a:t>
            </a:r>
            <a:r>
              <a:rPr lang="ko-KR"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를</a:t>
            </a:r>
            <a:r>
              <a:rPr lang="en-US"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 Joby flight simulator</a:t>
            </a:r>
            <a:r>
              <a:rPr lang="ko-KR"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로 평가한 결과를 참고해서 조합을 결정하면 어떨까 싶습니다</a:t>
            </a:r>
            <a:r>
              <a:rPr lang="en-US"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a:t>
            </a:r>
            <a:endParaRPr lang="ko-KR"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p>
            <a:endParaRPr lang="ko-KR" altLang="en-US" dirty="0"/>
          </a:p>
        </p:txBody>
      </p:sp>
      <p:sp>
        <p:nvSpPr>
          <p:cNvPr id="4" name="슬라이드 번호 개체 틀 3"/>
          <p:cNvSpPr>
            <a:spLocks noGrp="1"/>
          </p:cNvSpPr>
          <p:nvPr>
            <p:ph type="sldNum" sz="quarter" idx="5"/>
          </p:nvPr>
        </p:nvSpPr>
        <p:spPr/>
        <p:txBody>
          <a:bodyPr/>
          <a:lstStyle/>
          <a:p>
            <a:fld id="{8BFC28AB-507E-47F0-9556-E638171DDA91}" type="slidenum">
              <a:rPr lang="ko-KR" altLang="en-US" smtClean="0"/>
              <a:t>4</a:t>
            </a:fld>
            <a:endParaRPr lang="ko-KR" altLang="en-US"/>
          </a:p>
        </p:txBody>
      </p:sp>
    </p:spTree>
    <p:extLst>
      <p:ext uri="{BB962C8B-B14F-4D97-AF65-F5344CB8AC3E}">
        <p14:creationId xmlns:p14="http://schemas.microsoft.com/office/powerpoint/2010/main" val="348614598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슬라이드 노트 개체 틀 2"/>
              <p:cNvSpPr>
                <a:spLocks noGrp="1"/>
              </p:cNvSpPr>
              <p:nvPr>
                <p:ph type="body" idx="1"/>
              </p:nvPr>
            </p:nvSpPr>
            <p:spPr/>
            <p:txBody>
              <a:bodyPr/>
              <a:lstStyle/>
              <a:p>
                <a:pPr marL="342900" lvl="0" indent="-342900" latinLnBrk="1">
                  <a:spcAft>
                    <a:spcPts val="800"/>
                  </a:spcAft>
                  <a:buFont typeface="Wingdings" panose="05000000000000000000" pitchFamily="2" charset="2"/>
                  <a:buChar char=""/>
                </a:pPr>
                <a:r>
                  <a:rPr lang="en-US" altLang="ko-KR" sz="1000" kern="100" dirty="0">
                    <a:effectLst/>
                    <a:latin typeface="맑은 고딕" panose="020B0503020000020004" pitchFamily="50" charset="-127"/>
                    <a:ea typeface="맑은 고딕" panose="020B0503020000020004" pitchFamily="50" charset="-127"/>
                    <a:cs typeface="Times New Roman" panose="02020603050405020304" pitchFamily="18" charset="0"/>
                  </a:rPr>
                  <a:t>concept vehicle </a:t>
                </a:r>
                <a:r>
                  <a:rPr lang="ko-KR" altLang="ko-KR" sz="1000" kern="100" dirty="0">
                    <a:effectLst/>
                    <a:latin typeface="맑은 고딕" panose="020B0503020000020004" pitchFamily="50" charset="-127"/>
                    <a:ea typeface="맑은 고딕" panose="020B0503020000020004" pitchFamily="50" charset="-127"/>
                    <a:cs typeface="Times New Roman" panose="02020603050405020304" pitchFamily="18" charset="0"/>
                  </a:rPr>
                  <a:t>특성을 바탕으로</a:t>
                </a:r>
                <a:r>
                  <a:rPr lang="en-US" altLang="ko-KR" sz="1000" kern="100" dirty="0">
                    <a:effectLst/>
                    <a:latin typeface="맑은 고딕" panose="020B0503020000020004" pitchFamily="50" charset="-127"/>
                    <a:ea typeface="맑은 고딕" panose="020B0503020000020004" pitchFamily="50" charset="-127"/>
                    <a:cs typeface="Times New Roman" panose="02020603050405020304" pitchFamily="18" charset="0"/>
                  </a:rPr>
                  <a:t> waypoint</a:t>
                </a:r>
                <a:r>
                  <a:rPr lang="ko-KR" altLang="ko-KR" sz="1000" kern="100" dirty="0">
                    <a:effectLst/>
                    <a:latin typeface="맑은 고딕" panose="020B0503020000020004" pitchFamily="50" charset="-127"/>
                    <a:ea typeface="맑은 고딕" panose="020B0503020000020004" pitchFamily="50" charset="-127"/>
                    <a:cs typeface="Times New Roman" panose="02020603050405020304" pitchFamily="18" charset="0"/>
                  </a:rPr>
                  <a:t>에서의 속도</a:t>
                </a:r>
                <a:r>
                  <a:rPr lang="en-US" altLang="ko-KR" sz="1000" kern="100" dirty="0">
                    <a:effectLst/>
                    <a:latin typeface="맑은 고딕" panose="020B0503020000020004" pitchFamily="50" charset="-127"/>
                    <a:ea typeface="맑은 고딕" panose="020B0503020000020004" pitchFamily="50" charset="-127"/>
                    <a:cs typeface="Times New Roman" panose="02020603050405020304" pitchFamily="18" charset="0"/>
                  </a:rPr>
                  <a:t>, descent angle, deceleration rate </a:t>
                </a:r>
                <a:r>
                  <a:rPr lang="ko-KR" altLang="ko-KR" sz="1000" kern="100" dirty="0">
                    <a:effectLst/>
                    <a:latin typeface="맑은 고딕" panose="020B0503020000020004" pitchFamily="50" charset="-127"/>
                    <a:ea typeface="맑은 고딕" panose="020B0503020000020004" pitchFamily="50" charset="-127"/>
                    <a:cs typeface="Times New Roman" panose="02020603050405020304" pitchFamily="18" charset="0"/>
                  </a:rPr>
                  <a:t>등을 고려해서</a:t>
                </a:r>
                <a:r>
                  <a:rPr lang="en-US" altLang="ko-KR" sz="1000" kern="100" dirty="0">
                    <a:effectLst/>
                    <a:latin typeface="맑은 고딕" panose="020B0503020000020004" pitchFamily="50" charset="-127"/>
                    <a:ea typeface="맑은 고딕" panose="020B0503020000020004" pitchFamily="50" charset="-127"/>
                    <a:cs typeface="Times New Roman" panose="02020603050405020304" pitchFamily="18" charset="0"/>
                  </a:rPr>
                  <a:t> RF leg</a:t>
                </a:r>
                <a:r>
                  <a:rPr lang="ko-KR" altLang="ko-KR" sz="1000" kern="100" dirty="0">
                    <a:effectLst/>
                    <a:latin typeface="맑은 고딕" panose="020B0503020000020004" pitchFamily="50" charset="-127"/>
                    <a:ea typeface="맑은 고딕" panose="020B0503020000020004" pitchFamily="50" charset="-127"/>
                    <a:cs typeface="Times New Roman" panose="02020603050405020304" pitchFamily="18" charset="0"/>
                  </a:rPr>
                  <a:t>을 설계하고</a:t>
                </a:r>
                <a:r>
                  <a:rPr lang="en-US" altLang="ko-KR" sz="1000" kern="100" dirty="0">
                    <a:effectLst/>
                    <a:latin typeface="맑은 고딕" panose="020B0503020000020004" pitchFamily="50" charset="-127"/>
                    <a:ea typeface="맑은 고딕" panose="020B0503020000020004" pitchFamily="50" charset="-127"/>
                    <a:cs typeface="Times New Roman" panose="02020603050405020304" pitchFamily="18" charset="0"/>
                  </a:rPr>
                  <a:t>, RF leg</a:t>
                </a:r>
                <a:r>
                  <a:rPr lang="ko-KR" altLang="ko-KR" sz="1000" kern="100" dirty="0">
                    <a:effectLst/>
                    <a:latin typeface="맑은 고딕" panose="020B0503020000020004" pitchFamily="50" charset="-127"/>
                    <a:ea typeface="맑은 고딕" panose="020B0503020000020004" pitchFamily="50" charset="-127"/>
                    <a:cs typeface="Times New Roman" panose="02020603050405020304" pitchFamily="18" charset="0"/>
                  </a:rPr>
                  <a:t>에서의</a:t>
                </a:r>
                <a:r>
                  <a:rPr lang="en-US" altLang="ko-KR" sz="1000" kern="100" dirty="0">
                    <a:effectLst/>
                    <a:latin typeface="맑은 고딕" panose="020B0503020000020004" pitchFamily="50" charset="-127"/>
                    <a:ea typeface="맑은 고딕" panose="020B0503020000020004" pitchFamily="50" charset="-127"/>
                    <a:cs typeface="Times New Roman" panose="02020603050405020304" pitchFamily="18" charset="0"/>
                  </a:rPr>
                  <a:t> bank angle </a:t>
                </a:r>
                <a:r>
                  <a:rPr lang="ko-KR" altLang="ko-KR" sz="1000" kern="100" dirty="0">
                    <a:effectLst/>
                    <a:latin typeface="맑은 고딕" panose="020B0503020000020004" pitchFamily="50" charset="-127"/>
                    <a:ea typeface="맑은 고딕" panose="020B0503020000020004" pitchFamily="50" charset="-127"/>
                    <a:cs typeface="Times New Roman" panose="02020603050405020304" pitchFamily="18" charset="0"/>
                  </a:rPr>
                  <a:t>이 적정한지 살펴보는 실험이 필요할 것 같습니다</a:t>
                </a:r>
                <a:r>
                  <a:rPr lang="en-US" altLang="ko-KR" sz="1000" kern="100" dirty="0">
                    <a:effectLst/>
                    <a:latin typeface="맑은 고딕" panose="020B0503020000020004" pitchFamily="50" charset="-127"/>
                    <a:ea typeface="맑은 고딕" panose="020B0503020000020004" pitchFamily="50" charset="-127"/>
                    <a:cs typeface="Times New Roman" panose="02020603050405020304" pitchFamily="18" charset="0"/>
                  </a:rPr>
                  <a:t>. </a:t>
                </a:r>
                <a:endParaRPr lang="ko-KR" altLang="ko-KR" sz="11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p>
                <a:pPr marL="342900" lvl="0" indent="-342900" latinLnBrk="1">
                  <a:spcAft>
                    <a:spcPts val="800"/>
                  </a:spcAft>
                  <a:buFont typeface="Wingdings" panose="05000000000000000000" pitchFamily="2" charset="2"/>
                  <a:buChar char=""/>
                </a:pPr>
                <a:r>
                  <a:rPr lang="ko-KR" altLang="ko-KR" sz="1000" kern="100" dirty="0">
                    <a:effectLst/>
                    <a:latin typeface="맑은 고딕" panose="020B0503020000020004" pitchFamily="50" charset="-127"/>
                    <a:ea typeface="맑은 고딕" panose="020B0503020000020004" pitchFamily="50" charset="-127"/>
                    <a:cs typeface="Times New Roman" panose="02020603050405020304" pitchFamily="18" charset="0"/>
                  </a:rPr>
                  <a:t>관련하여</a:t>
                </a:r>
                <a:r>
                  <a:rPr lang="en-US" altLang="ko-KR" sz="1000" kern="100" dirty="0">
                    <a:effectLst/>
                    <a:latin typeface="맑은 고딕" panose="020B0503020000020004" pitchFamily="50" charset="-127"/>
                    <a:ea typeface="맑은 고딕" panose="020B0503020000020004" pitchFamily="50" charset="-127"/>
                    <a:cs typeface="Times New Roman" panose="02020603050405020304" pitchFamily="18" charset="0"/>
                  </a:rPr>
                  <a:t> NASA </a:t>
                </a:r>
                <a:r>
                  <a:rPr lang="ko-KR" altLang="ko-KR" sz="1000" kern="100" dirty="0">
                    <a:effectLst/>
                    <a:latin typeface="맑은 고딕" panose="020B0503020000020004" pitchFamily="50" charset="-127"/>
                    <a:ea typeface="맑은 고딕" panose="020B0503020000020004" pitchFamily="50" charset="-127"/>
                    <a:cs typeface="Times New Roman" panose="02020603050405020304" pitchFamily="18" charset="0"/>
                  </a:rPr>
                  <a:t>연구에서는</a:t>
                </a:r>
                <a:r>
                  <a:rPr lang="en-US" altLang="ko-KR" sz="1000" kern="100" dirty="0">
                    <a:effectLst/>
                    <a:latin typeface="맑은 고딕" panose="020B0503020000020004" pitchFamily="50" charset="-127"/>
                    <a:ea typeface="맑은 고딕" panose="020B0503020000020004" pitchFamily="50" charset="-127"/>
                    <a:cs typeface="Times New Roman" panose="02020603050405020304" pitchFamily="18" charset="0"/>
                  </a:rPr>
                  <a:t> simulator </a:t>
                </a:r>
                <a:r>
                  <a:rPr lang="ko-KR" altLang="ko-KR" sz="1000" kern="100" dirty="0">
                    <a:effectLst/>
                    <a:latin typeface="맑은 고딕" panose="020B0503020000020004" pitchFamily="50" charset="-127"/>
                    <a:ea typeface="맑은 고딕" panose="020B0503020000020004" pitchFamily="50" charset="-127"/>
                    <a:cs typeface="Times New Roman" panose="02020603050405020304" pitchFamily="18" charset="0"/>
                  </a:rPr>
                  <a:t>기반 실험에서 아래 가정 및</a:t>
                </a:r>
                <a:r>
                  <a:rPr lang="en-US" altLang="ko-KR" sz="1000" kern="100" dirty="0">
                    <a:effectLst/>
                    <a:latin typeface="맑은 고딕" panose="020B0503020000020004" pitchFamily="50" charset="-127"/>
                    <a:ea typeface="맑은 고딕" panose="020B0503020000020004" pitchFamily="50" charset="-127"/>
                    <a:cs typeface="Times New Roman" panose="02020603050405020304" pitchFamily="18" charset="0"/>
                  </a:rPr>
                  <a:t> parameter </a:t>
                </a:r>
                <a:r>
                  <a:rPr lang="ko-KR" altLang="ko-KR" sz="1000" kern="100" dirty="0">
                    <a:effectLst/>
                    <a:latin typeface="맑은 고딕" panose="020B0503020000020004" pitchFamily="50" charset="-127"/>
                    <a:ea typeface="맑은 고딕" panose="020B0503020000020004" pitchFamily="50" charset="-127"/>
                    <a:cs typeface="Times New Roman" panose="02020603050405020304" pitchFamily="18" charset="0"/>
                  </a:rPr>
                  <a:t>조합을 검토한 바 있습니다</a:t>
                </a:r>
                <a:endParaRPr lang="ko-KR" altLang="ko-KR" sz="11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p>
                <a:pPr marL="742950" lvl="1" indent="-285750" latinLnBrk="1">
                  <a:spcAft>
                    <a:spcPts val="800"/>
                  </a:spcAft>
                  <a:buFont typeface="Wingdings" panose="05000000000000000000" pitchFamily="2" charset="2"/>
                  <a:buChar char=""/>
                </a:pPr>
                <a:r>
                  <a:rPr lang="en-US" altLang="ko-KR" sz="1000" kern="100" dirty="0">
                    <a:effectLst/>
                    <a:latin typeface="맑은 고딕" panose="020B0503020000020004" pitchFamily="50" charset="-127"/>
                    <a:ea typeface="맑은 고딕" panose="020B0503020000020004" pitchFamily="50" charset="-127"/>
                    <a:cs typeface="Times New Roman" panose="02020603050405020304" pitchFamily="18" charset="0"/>
                  </a:rPr>
                  <a:t>Bank angle </a:t>
                </a:r>
                <a14:m>
                  <m:oMath xmlns:m="http://schemas.openxmlformats.org/officeDocument/2006/math">
                    <m:r>
                      <a:rPr lang="en-US" altLang="ko-KR" sz="1000" i="1" kern="100">
                        <a:effectLst/>
                        <a:latin typeface="Cambria Math" panose="02040503050406030204" pitchFamily="18" charset="0"/>
                        <a:ea typeface="맑은 고딕" panose="020B0503020000020004" pitchFamily="50" charset="-127"/>
                        <a:cs typeface="Times New Roman" panose="02020603050405020304" pitchFamily="18" charset="0"/>
                      </a:rPr>
                      <m:t>𝜙</m:t>
                    </m:r>
                  </m:oMath>
                </a14:m>
                <a:r>
                  <a:rPr lang="en-US" altLang="ko-KR" sz="1000" kern="100" dirty="0">
                    <a:effectLst/>
                    <a:latin typeface="맑은 고딕" panose="020B0503020000020004" pitchFamily="50" charset="-127"/>
                    <a:ea typeface="맑은 고딕" panose="020B0503020000020004" pitchFamily="50" charset="-127"/>
                    <a:cs typeface="Times New Roman" panose="02020603050405020304" pitchFamily="18" charset="0"/>
                  </a:rPr>
                  <a:t> </a:t>
                </a:r>
                <a14:m>
                  <m:oMath xmlns:m="http://schemas.openxmlformats.org/officeDocument/2006/math">
                    <m:r>
                      <a:rPr lang="en-US" altLang="ko-KR" sz="1000" i="1" kern="100">
                        <a:effectLst/>
                        <a:latin typeface="Cambria Math" panose="02040503050406030204" pitchFamily="18" charset="0"/>
                        <a:ea typeface="맑은 고딕" panose="020B0503020000020004" pitchFamily="50" charset="-127"/>
                        <a:cs typeface="Times New Roman" panose="02020603050405020304" pitchFamily="18" charset="0"/>
                      </a:rPr>
                      <m:t>≤30</m:t>
                    </m:r>
                  </m:oMath>
                </a14:m>
                <a:r>
                  <a:rPr lang="ko-KR" altLang="ko-KR" sz="1000" kern="100" dirty="0">
                    <a:effectLst/>
                    <a:latin typeface="맑은 고딕" panose="020B0503020000020004" pitchFamily="50" charset="-127"/>
                    <a:ea typeface="맑은 고딕" panose="020B0503020000020004" pitchFamily="50" charset="-127"/>
                    <a:cs typeface="Times New Roman" panose="02020603050405020304" pitchFamily="18" charset="0"/>
                  </a:rPr>
                  <a:t>°</a:t>
                </a:r>
                <a:endParaRPr lang="ko-KR" altLang="ko-KR" sz="11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p>
                <a:pPr marL="742950" lvl="1" indent="-285750" latinLnBrk="1">
                  <a:spcAft>
                    <a:spcPts val="800"/>
                  </a:spcAft>
                  <a:buFont typeface="Wingdings" panose="05000000000000000000" pitchFamily="2" charset="2"/>
                  <a:buChar char=""/>
                </a:pPr>
                <a:r>
                  <a:rPr lang="en-US" altLang="ko-KR" sz="1000" kern="100" dirty="0">
                    <a:effectLst/>
                    <a:latin typeface="맑은 고딕" panose="020B0503020000020004" pitchFamily="50" charset="-127"/>
                    <a:ea typeface="맑은 고딕" panose="020B0503020000020004" pitchFamily="50" charset="-127"/>
                    <a:cs typeface="Times New Roman" panose="02020603050405020304" pitchFamily="18" charset="0"/>
                  </a:rPr>
                  <a:t>Enroute phase : max. speed 100 kts (KIAS)</a:t>
                </a:r>
                <a:endParaRPr lang="ko-KR" altLang="ko-KR" sz="11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p>
                <a:pPr marL="742950" lvl="1" indent="-285750" latinLnBrk="1">
                  <a:spcAft>
                    <a:spcPts val="800"/>
                  </a:spcAft>
                  <a:buFont typeface="Wingdings" panose="05000000000000000000" pitchFamily="2" charset="2"/>
                  <a:buChar char=""/>
                </a:pPr>
                <a:r>
                  <a:rPr lang="en-US" altLang="ko-KR" sz="1000" kern="100" dirty="0">
                    <a:effectLst/>
                    <a:latin typeface="맑은 고딕" panose="020B0503020000020004" pitchFamily="50" charset="-127"/>
                    <a:ea typeface="맑은 고딕" panose="020B0503020000020004" pitchFamily="50" charset="-127"/>
                    <a:cs typeface="Times New Roman" panose="02020603050405020304" pitchFamily="18" charset="0"/>
                  </a:rPr>
                  <a:t>Departure phase : glide path angle (5</a:t>
                </a:r>
                <a:r>
                  <a:rPr lang="ko-KR" altLang="ko-KR" sz="1000" kern="100" dirty="0">
                    <a:effectLst/>
                    <a:latin typeface="맑은 고딕" panose="020B0503020000020004" pitchFamily="50" charset="-127"/>
                    <a:ea typeface="맑은 고딕" panose="020B0503020000020004" pitchFamily="50" charset="-127"/>
                    <a:cs typeface="Times New Roman" panose="02020603050405020304" pitchFamily="18" charset="0"/>
                  </a:rPr>
                  <a:t>°</a:t>
                </a:r>
                <a:r>
                  <a:rPr lang="en-US" altLang="ko-KR" sz="1000" kern="100" dirty="0">
                    <a:effectLst/>
                    <a:latin typeface="맑은 고딕" panose="020B0503020000020004" pitchFamily="50" charset="-127"/>
                    <a:ea typeface="맑은 고딕" panose="020B0503020000020004" pitchFamily="50" charset="-127"/>
                    <a:cs typeface="Times New Roman" panose="02020603050405020304" pitchFamily="18" charset="0"/>
                  </a:rPr>
                  <a:t>, 8</a:t>
                </a:r>
                <a:r>
                  <a:rPr lang="ko-KR" altLang="ko-KR" sz="1000" kern="100" dirty="0">
                    <a:effectLst/>
                    <a:latin typeface="맑은 고딕" panose="020B0503020000020004" pitchFamily="50" charset="-127"/>
                    <a:ea typeface="맑은 고딕" panose="020B0503020000020004" pitchFamily="50" charset="-127"/>
                    <a:cs typeface="Times New Roman" panose="02020603050405020304" pitchFamily="18" charset="0"/>
                  </a:rPr>
                  <a:t>°</a:t>
                </a:r>
                <a:r>
                  <a:rPr lang="en-US" altLang="ko-KR" sz="1000" kern="100" dirty="0">
                    <a:effectLst/>
                    <a:latin typeface="맑은 고딕" panose="020B0503020000020004" pitchFamily="50" charset="-127"/>
                    <a:ea typeface="맑은 고딕" panose="020B0503020000020004" pitchFamily="50" charset="-127"/>
                    <a:cs typeface="Times New Roman" panose="02020603050405020304" pitchFamily="18" charset="0"/>
                  </a:rPr>
                  <a:t>, 12</a:t>
                </a:r>
                <a:r>
                  <a:rPr lang="ko-KR" altLang="ko-KR" sz="1000" kern="100" dirty="0">
                    <a:effectLst/>
                    <a:latin typeface="맑은 고딕" panose="020B0503020000020004" pitchFamily="50" charset="-127"/>
                    <a:ea typeface="맑은 고딕" panose="020B0503020000020004" pitchFamily="50" charset="-127"/>
                    <a:cs typeface="Times New Roman" panose="02020603050405020304" pitchFamily="18" charset="0"/>
                  </a:rPr>
                  <a:t>°</a:t>
                </a:r>
                <a:r>
                  <a:rPr lang="en-US" altLang="ko-KR" sz="1000" kern="100" dirty="0">
                    <a:effectLst/>
                    <a:latin typeface="맑은 고딕" panose="020B0503020000020004" pitchFamily="50" charset="-127"/>
                    <a:ea typeface="맑은 고딕" panose="020B0503020000020004" pitchFamily="50" charset="-127"/>
                    <a:cs typeface="Times New Roman" panose="02020603050405020304" pitchFamily="18" charset="0"/>
                  </a:rPr>
                  <a:t>) &amp; max. speed (40, 60, 80 kts)</a:t>
                </a:r>
                <a:endParaRPr lang="ko-KR" altLang="ko-KR" sz="11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p>
                <a:pPr marL="742950" lvl="1" indent="-285750" latinLnBrk="1">
                  <a:spcAft>
                    <a:spcPts val="800"/>
                  </a:spcAft>
                  <a:buFont typeface="Wingdings" panose="05000000000000000000" pitchFamily="2" charset="2"/>
                  <a:buChar char=""/>
                </a:pPr>
                <a:r>
                  <a:rPr lang="en-US" altLang="ko-KR" sz="1000" kern="100" dirty="0">
                    <a:effectLst/>
                    <a:latin typeface="맑은 고딕" panose="020B0503020000020004" pitchFamily="50" charset="-127"/>
                    <a:ea typeface="맑은 고딕" panose="020B0503020000020004" pitchFamily="50" charset="-127"/>
                    <a:cs typeface="Times New Roman" panose="02020603050405020304" pitchFamily="18" charset="0"/>
                  </a:rPr>
                  <a:t>Approach phase : 5</a:t>
                </a:r>
                <a:r>
                  <a:rPr lang="ko-KR" altLang="ko-KR" sz="1000" kern="100" dirty="0">
                    <a:effectLst/>
                    <a:latin typeface="맑은 고딕" panose="020B0503020000020004" pitchFamily="50" charset="-127"/>
                    <a:ea typeface="맑은 고딕" panose="020B0503020000020004" pitchFamily="50" charset="-127"/>
                    <a:cs typeface="Times New Roman" panose="02020603050405020304" pitchFamily="18" charset="0"/>
                  </a:rPr>
                  <a:t>°</a:t>
                </a:r>
                <a:r>
                  <a:rPr lang="en-US" altLang="ko-KR" sz="1000" kern="100" dirty="0">
                    <a:effectLst/>
                    <a:latin typeface="맑은 고딕" panose="020B0503020000020004" pitchFamily="50" charset="-127"/>
                    <a:ea typeface="맑은 고딕" panose="020B0503020000020004" pitchFamily="50" charset="-127"/>
                    <a:cs typeface="Times New Roman" panose="02020603050405020304" pitchFamily="18" charset="0"/>
                  </a:rPr>
                  <a:t> &amp; 90 kts , 8</a:t>
                </a:r>
                <a:r>
                  <a:rPr lang="ko-KR" altLang="ko-KR" sz="1000" kern="100" dirty="0">
                    <a:effectLst/>
                    <a:latin typeface="맑은 고딕" panose="020B0503020000020004" pitchFamily="50" charset="-127"/>
                    <a:ea typeface="맑은 고딕" panose="020B0503020000020004" pitchFamily="50" charset="-127"/>
                    <a:cs typeface="Times New Roman" panose="02020603050405020304" pitchFamily="18" charset="0"/>
                  </a:rPr>
                  <a:t>°</a:t>
                </a:r>
                <a:r>
                  <a:rPr lang="en-US" altLang="ko-KR" sz="1000" kern="100" dirty="0">
                    <a:effectLst/>
                    <a:latin typeface="맑은 고딕" panose="020B0503020000020004" pitchFamily="50" charset="-127"/>
                    <a:ea typeface="맑은 고딕" panose="020B0503020000020004" pitchFamily="50" charset="-127"/>
                    <a:cs typeface="Times New Roman" panose="02020603050405020304" pitchFamily="18" charset="0"/>
                  </a:rPr>
                  <a:t> &amp; 75 kts, 12</a:t>
                </a:r>
                <a:r>
                  <a:rPr lang="ko-KR" altLang="ko-KR" sz="1000" kern="100" dirty="0">
                    <a:effectLst/>
                    <a:latin typeface="맑은 고딕" panose="020B0503020000020004" pitchFamily="50" charset="-127"/>
                    <a:ea typeface="맑은 고딕" panose="020B0503020000020004" pitchFamily="50" charset="-127"/>
                    <a:cs typeface="Times New Roman" panose="02020603050405020304" pitchFamily="18" charset="0"/>
                  </a:rPr>
                  <a:t>°</a:t>
                </a:r>
                <a:r>
                  <a:rPr lang="en-US" altLang="ko-KR" sz="1000" kern="100" dirty="0">
                    <a:effectLst/>
                    <a:latin typeface="맑은 고딕" panose="020B0503020000020004" pitchFamily="50" charset="-127"/>
                    <a:ea typeface="맑은 고딕" panose="020B0503020000020004" pitchFamily="50" charset="-127"/>
                    <a:cs typeface="Times New Roman" panose="02020603050405020304" pitchFamily="18" charset="0"/>
                  </a:rPr>
                  <a:t> &amp; 45 kts</a:t>
                </a:r>
                <a:endParaRPr lang="ko-KR" altLang="ko-KR" sz="11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p>
                <a:endParaRPr lang="ko-KR" altLang="en-US" dirty="0"/>
              </a:p>
            </p:txBody>
          </p:sp>
        </mc:Choice>
        <mc:Fallback xmlns="">
          <p:sp>
            <p:nvSpPr>
              <p:cNvPr id="3" name="슬라이드 노트 개체 틀 2"/>
              <p:cNvSpPr>
                <a:spLocks noGrp="1"/>
              </p:cNvSpPr>
              <p:nvPr>
                <p:ph type="body" idx="1"/>
              </p:nvPr>
            </p:nvSpPr>
            <p:spPr/>
            <p:txBody>
              <a:bodyPr/>
              <a:lstStyle/>
              <a:p>
                <a:pPr marL="342900" lvl="0" indent="-342900" latinLnBrk="1">
                  <a:spcAft>
                    <a:spcPts val="800"/>
                  </a:spcAft>
                  <a:buFont typeface="Wingdings" panose="05000000000000000000" pitchFamily="2" charset="2"/>
                  <a:buChar char=""/>
                </a:pPr>
                <a:r>
                  <a:rPr lang="en-US" altLang="ko-KR" sz="1000" kern="100" dirty="0">
                    <a:effectLst/>
                    <a:latin typeface="맑은 고딕" panose="020B0503020000020004" pitchFamily="50" charset="-127"/>
                    <a:ea typeface="맑은 고딕" panose="020B0503020000020004" pitchFamily="50" charset="-127"/>
                    <a:cs typeface="Times New Roman" panose="02020603050405020304" pitchFamily="18" charset="0"/>
                  </a:rPr>
                  <a:t>concept vehicle </a:t>
                </a:r>
                <a:r>
                  <a:rPr lang="ko-KR" altLang="ko-KR" sz="1000" kern="100" dirty="0">
                    <a:effectLst/>
                    <a:latin typeface="맑은 고딕" panose="020B0503020000020004" pitchFamily="50" charset="-127"/>
                    <a:ea typeface="맑은 고딕" panose="020B0503020000020004" pitchFamily="50" charset="-127"/>
                    <a:cs typeface="Times New Roman" panose="02020603050405020304" pitchFamily="18" charset="0"/>
                  </a:rPr>
                  <a:t>특성을 바탕으로</a:t>
                </a:r>
                <a:r>
                  <a:rPr lang="en-US" altLang="ko-KR" sz="1000" kern="100" dirty="0">
                    <a:effectLst/>
                    <a:latin typeface="맑은 고딕" panose="020B0503020000020004" pitchFamily="50" charset="-127"/>
                    <a:ea typeface="맑은 고딕" panose="020B0503020000020004" pitchFamily="50" charset="-127"/>
                    <a:cs typeface="Times New Roman" panose="02020603050405020304" pitchFamily="18" charset="0"/>
                  </a:rPr>
                  <a:t> waypoint</a:t>
                </a:r>
                <a:r>
                  <a:rPr lang="ko-KR" altLang="ko-KR" sz="1000" kern="100" dirty="0">
                    <a:effectLst/>
                    <a:latin typeface="맑은 고딕" panose="020B0503020000020004" pitchFamily="50" charset="-127"/>
                    <a:ea typeface="맑은 고딕" panose="020B0503020000020004" pitchFamily="50" charset="-127"/>
                    <a:cs typeface="Times New Roman" panose="02020603050405020304" pitchFamily="18" charset="0"/>
                  </a:rPr>
                  <a:t>에서의 속도</a:t>
                </a:r>
                <a:r>
                  <a:rPr lang="en-US" altLang="ko-KR" sz="1000" kern="100" dirty="0">
                    <a:effectLst/>
                    <a:latin typeface="맑은 고딕" panose="020B0503020000020004" pitchFamily="50" charset="-127"/>
                    <a:ea typeface="맑은 고딕" panose="020B0503020000020004" pitchFamily="50" charset="-127"/>
                    <a:cs typeface="Times New Roman" panose="02020603050405020304" pitchFamily="18" charset="0"/>
                  </a:rPr>
                  <a:t>, descent angle, deceleration rate </a:t>
                </a:r>
                <a:r>
                  <a:rPr lang="ko-KR" altLang="ko-KR" sz="1000" kern="100" dirty="0">
                    <a:effectLst/>
                    <a:latin typeface="맑은 고딕" panose="020B0503020000020004" pitchFamily="50" charset="-127"/>
                    <a:ea typeface="맑은 고딕" panose="020B0503020000020004" pitchFamily="50" charset="-127"/>
                    <a:cs typeface="Times New Roman" panose="02020603050405020304" pitchFamily="18" charset="0"/>
                  </a:rPr>
                  <a:t>등을 고려해서</a:t>
                </a:r>
                <a:r>
                  <a:rPr lang="en-US" altLang="ko-KR" sz="1000" kern="100" dirty="0">
                    <a:effectLst/>
                    <a:latin typeface="맑은 고딕" panose="020B0503020000020004" pitchFamily="50" charset="-127"/>
                    <a:ea typeface="맑은 고딕" panose="020B0503020000020004" pitchFamily="50" charset="-127"/>
                    <a:cs typeface="Times New Roman" panose="02020603050405020304" pitchFamily="18" charset="0"/>
                  </a:rPr>
                  <a:t> RF leg</a:t>
                </a:r>
                <a:r>
                  <a:rPr lang="ko-KR" altLang="ko-KR" sz="1000" kern="100" dirty="0">
                    <a:effectLst/>
                    <a:latin typeface="맑은 고딕" panose="020B0503020000020004" pitchFamily="50" charset="-127"/>
                    <a:ea typeface="맑은 고딕" panose="020B0503020000020004" pitchFamily="50" charset="-127"/>
                    <a:cs typeface="Times New Roman" panose="02020603050405020304" pitchFamily="18" charset="0"/>
                  </a:rPr>
                  <a:t>을 설계하고</a:t>
                </a:r>
                <a:r>
                  <a:rPr lang="en-US" altLang="ko-KR" sz="1000" kern="100" dirty="0">
                    <a:effectLst/>
                    <a:latin typeface="맑은 고딕" panose="020B0503020000020004" pitchFamily="50" charset="-127"/>
                    <a:ea typeface="맑은 고딕" panose="020B0503020000020004" pitchFamily="50" charset="-127"/>
                    <a:cs typeface="Times New Roman" panose="02020603050405020304" pitchFamily="18" charset="0"/>
                  </a:rPr>
                  <a:t>, RF leg</a:t>
                </a:r>
                <a:r>
                  <a:rPr lang="ko-KR" altLang="ko-KR" sz="1000" kern="100" dirty="0">
                    <a:effectLst/>
                    <a:latin typeface="맑은 고딕" panose="020B0503020000020004" pitchFamily="50" charset="-127"/>
                    <a:ea typeface="맑은 고딕" panose="020B0503020000020004" pitchFamily="50" charset="-127"/>
                    <a:cs typeface="Times New Roman" panose="02020603050405020304" pitchFamily="18" charset="0"/>
                  </a:rPr>
                  <a:t>에서의</a:t>
                </a:r>
                <a:r>
                  <a:rPr lang="en-US" altLang="ko-KR" sz="1000" kern="100" dirty="0">
                    <a:effectLst/>
                    <a:latin typeface="맑은 고딕" panose="020B0503020000020004" pitchFamily="50" charset="-127"/>
                    <a:ea typeface="맑은 고딕" panose="020B0503020000020004" pitchFamily="50" charset="-127"/>
                    <a:cs typeface="Times New Roman" panose="02020603050405020304" pitchFamily="18" charset="0"/>
                  </a:rPr>
                  <a:t> bank angle </a:t>
                </a:r>
                <a:r>
                  <a:rPr lang="ko-KR" altLang="ko-KR" sz="1000" kern="100" dirty="0">
                    <a:effectLst/>
                    <a:latin typeface="맑은 고딕" panose="020B0503020000020004" pitchFamily="50" charset="-127"/>
                    <a:ea typeface="맑은 고딕" panose="020B0503020000020004" pitchFamily="50" charset="-127"/>
                    <a:cs typeface="Times New Roman" panose="02020603050405020304" pitchFamily="18" charset="0"/>
                  </a:rPr>
                  <a:t>이 적정한지 살펴보는 실험이 필요할 것 같습니다</a:t>
                </a:r>
                <a:r>
                  <a:rPr lang="en-US" altLang="ko-KR" sz="1000" kern="100" dirty="0">
                    <a:effectLst/>
                    <a:latin typeface="맑은 고딕" panose="020B0503020000020004" pitchFamily="50" charset="-127"/>
                    <a:ea typeface="맑은 고딕" panose="020B0503020000020004" pitchFamily="50" charset="-127"/>
                    <a:cs typeface="Times New Roman" panose="02020603050405020304" pitchFamily="18" charset="0"/>
                  </a:rPr>
                  <a:t>. </a:t>
                </a:r>
                <a:endParaRPr lang="ko-KR" altLang="ko-KR" sz="11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p>
                <a:pPr marL="342900" lvl="0" indent="-342900" latinLnBrk="1">
                  <a:spcAft>
                    <a:spcPts val="800"/>
                  </a:spcAft>
                  <a:buFont typeface="Wingdings" panose="05000000000000000000" pitchFamily="2" charset="2"/>
                  <a:buChar char=""/>
                </a:pPr>
                <a:r>
                  <a:rPr lang="ko-KR" altLang="ko-KR" sz="1000" kern="100" dirty="0">
                    <a:effectLst/>
                    <a:latin typeface="맑은 고딕" panose="020B0503020000020004" pitchFamily="50" charset="-127"/>
                    <a:ea typeface="맑은 고딕" panose="020B0503020000020004" pitchFamily="50" charset="-127"/>
                    <a:cs typeface="Times New Roman" panose="02020603050405020304" pitchFamily="18" charset="0"/>
                  </a:rPr>
                  <a:t>관련하여</a:t>
                </a:r>
                <a:r>
                  <a:rPr lang="en-US" altLang="ko-KR" sz="1000" kern="100" dirty="0">
                    <a:effectLst/>
                    <a:latin typeface="맑은 고딕" panose="020B0503020000020004" pitchFamily="50" charset="-127"/>
                    <a:ea typeface="맑은 고딕" panose="020B0503020000020004" pitchFamily="50" charset="-127"/>
                    <a:cs typeface="Times New Roman" panose="02020603050405020304" pitchFamily="18" charset="0"/>
                  </a:rPr>
                  <a:t> NASA </a:t>
                </a:r>
                <a:r>
                  <a:rPr lang="ko-KR" altLang="ko-KR" sz="1000" kern="100" dirty="0">
                    <a:effectLst/>
                    <a:latin typeface="맑은 고딕" panose="020B0503020000020004" pitchFamily="50" charset="-127"/>
                    <a:ea typeface="맑은 고딕" panose="020B0503020000020004" pitchFamily="50" charset="-127"/>
                    <a:cs typeface="Times New Roman" panose="02020603050405020304" pitchFamily="18" charset="0"/>
                  </a:rPr>
                  <a:t>연구에서는</a:t>
                </a:r>
                <a:r>
                  <a:rPr lang="en-US" altLang="ko-KR" sz="1000" kern="100" dirty="0">
                    <a:effectLst/>
                    <a:latin typeface="맑은 고딕" panose="020B0503020000020004" pitchFamily="50" charset="-127"/>
                    <a:ea typeface="맑은 고딕" panose="020B0503020000020004" pitchFamily="50" charset="-127"/>
                    <a:cs typeface="Times New Roman" panose="02020603050405020304" pitchFamily="18" charset="0"/>
                  </a:rPr>
                  <a:t> simulator </a:t>
                </a:r>
                <a:r>
                  <a:rPr lang="ko-KR" altLang="ko-KR" sz="1000" kern="100" dirty="0">
                    <a:effectLst/>
                    <a:latin typeface="맑은 고딕" panose="020B0503020000020004" pitchFamily="50" charset="-127"/>
                    <a:ea typeface="맑은 고딕" panose="020B0503020000020004" pitchFamily="50" charset="-127"/>
                    <a:cs typeface="Times New Roman" panose="02020603050405020304" pitchFamily="18" charset="0"/>
                  </a:rPr>
                  <a:t>기반 실험에서 아래 가정 및</a:t>
                </a:r>
                <a:r>
                  <a:rPr lang="en-US" altLang="ko-KR" sz="1000" kern="100" dirty="0">
                    <a:effectLst/>
                    <a:latin typeface="맑은 고딕" panose="020B0503020000020004" pitchFamily="50" charset="-127"/>
                    <a:ea typeface="맑은 고딕" panose="020B0503020000020004" pitchFamily="50" charset="-127"/>
                    <a:cs typeface="Times New Roman" panose="02020603050405020304" pitchFamily="18" charset="0"/>
                  </a:rPr>
                  <a:t> parameter </a:t>
                </a:r>
                <a:r>
                  <a:rPr lang="ko-KR" altLang="ko-KR" sz="1000" kern="100" dirty="0">
                    <a:effectLst/>
                    <a:latin typeface="맑은 고딕" panose="020B0503020000020004" pitchFamily="50" charset="-127"/>
                    <a:ea typeface="맑은 고딕" panose="020B0503020000020004" pitchFamily="50" charset="-127"/>
                    <a:cs typeface="Times New Roman" panose="02020603050405020304" pitchFamily="18" charset="0"/>
                  </a:rPr>
                  <a:t>조합을 검토한 바 있습니다</a:t>
                </a:r>
                <a:endParaRPr lang="ko-KR" altLang="ko-KR" sz="11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p>
                <a:pPr marL="742950" lvl="1" indent="-285750" latinLnBrk="1">
                  <a:spcAft>
                    <a:spcPts val="800"/>
                  </a:spcAft>
                  <a:buFont typeface="Wingdings" panose="05000000000000000000" pitchFamily="2" charset="2"/>
                  <a:buChar char=""/>
                </a:pPr>
                <a:r>
                  <a:rPr lang="en-US" altLang="ko-KR" sz="1000" kern="100" dirty="0">
                    <a:effectLst/>
                    <a:latin typeface="맑은 고딕" panose="020B0503020000020004" pitchFamily="50" charset="-127"/>
                    <a:ea typeface="맑은 고딕" panose="020B0503020000020004" pitchFamily="50" charset="-127"/>
                    <a:cs typeface="Times New Roman" panose="02020603050405020304" pitchFamily="18" charset="0"/>
                  </a:rPr>
                  <a:t>Bank angle </a:t>
                </a:r>
                <a:r>
                  <a:rPr lang="en-US" altLang="ko-KR" sz="1000" i="0" kern="100">
                    <a:effectLst/>
                    <a:latin typeface="Cambria Math" panose="02040503050406030204" pitchFamily="18" charset="0"/>
                    <a:ea typeface="맑은 고딕" panose="020B0503020000020004" pitchFamily="50" charset="-127"/>
                    <a:cs typeface="Times New Roman" panose="02020603050405020304" pitchFamily="18" charset="0"/>
                  </a:rPr>
                  <a:t>𝜙</a:t>
                </a:r>
                <a:r>
                  <a:rPr lang="en-US" altLang="ko-KR" sz="1000" kern="100" dirty="0">
                    <a:effectLst/>
                    <a:latin typeface="맑은 고딕" panose="020B0503020000020004" pitchFamily="50" charset="-127"/>
                    <a:ea typeface="맑은 고딕" panose="020B0503020000020004" pitchFamily="50" charset="-127"/>
                    <a:cs typeface="Times New Roman" panose="02020603050405020304" pitchFamily="18" charset="0"/>
                  </a:rPr>
                  <a:t> </a:t>
                </a:r>
                <a:r>
                  <a:rPr lang="en-US" altLang="ko-KR" sz="1000" i="0" kern="100">
                    <a:effectLst/>
                    <a:latin typeface="Cambria Math" panose="02040503050406030204" pitchFamily="18" charset="0"/>
                    <a:ea typeface="맑은 고딕" panose="020B0503020000020004" pitchFamily="50" charset="-127"/>
                    <a:cs typeface="Times New Roman" panose="02020603050405020304" pitchFamily="18" charset="0"/>
                  </a:rPr>
                  <a:t>≤30</a:t>
                </a:r>
                <a:r>
                  <a:rPr lang="ko-KR" altLang="ko-KR" sz="1000" kern="100" dirty="0">
                    <a:effectLst/>
                    <a:latin typeface="맑은 고딕" panose="020B0503020000020004" pitchFamily="50" charset="-127"/>
                    <a:ea typeface="맑은 고딕" panose="020B0503020000020004" pitchFamily="50" charset="-127"/>
                    <a:cs typeface="Times New Roman" panose="02020603050405020304" pitchFamily="18" charset="0"/>
                  </a:rPr>
                  <a:t>°</a:t>
                </a:r>
                <a:endParaRPr lang="ko-KR" altLang="ko-KR" sz="11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p>
                <a:pPr marL="742950" lvl="1" indent="-285750" latinLnBrk="1">
                  <a:spcAft>
                    <a:spcPts val="800"/>
                  </a:spcAft>
                  <a:buFont typeface="Wingdings" panose="05000000000000000000" pitchFamily="2" charset="2"/>
                  <a:buChar char=""/>
                </a:pPr>
                <a:r>
                  <a:rPr lang="en-US" altLang="ko-KR" sz="1000" kern="100" dirty="0">
                    <a:effectLst/>
                    <a:latin typeface="맑은 고딕" panose="020B0503020000020004" pitchFamily="50" charset="-127"/>
                    <a:ea typeface="맑은 고딕" panose="020B0503020000020004" pitchFamily="50" charset="-127"/>
                    <a:cs typeface="Times New Roman" panose="02020603050405020304" pitchFamily="18" charset="0"/>
                  </a:rPr>
                  <a:t>Enroute phase : max. speed 100 kts (KIAS)</a:t>
                </a:r>
                <a:endParaRPr lang="ko-KR" altLang="ko-KR" sz="11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p>
                <a:pPr marL="742950" lvl="1" indent="-285750" latinLnBrk="1">
                  <a:spcAft>
                    <a:spcPts val="800"/>
                  </a:spcAft>
                  <a:buFont typeface="Wingdings" panose="05000000000000000000" pitchFamily="2" charset="2"/>
                  <a:buChar char=""/>
                </a:pPr>
                <a:r>
                  <a:rPr lang="en-US" altLang="ko-KR" sz="1000" kern="100" dirty="0">
                    <a:effectLst/>
                    <a:latin typeface="맑은 고딕" panose="020B0503020000020004" pitchFamily="50" charset="-127"/>
                    <a:ea typeface="맑은 고딕" panose="020B0503020000020004" pitchFamily="50" charset="-127"/>
                    <a:cs typeface="Times New Roman" panose="02020603050405020304" pitchFamily="18" charset="0"/>
                  </a:rPr>
                  <a:t>Departure phase : glide path angle (5</a:t>
                </a:r>
                <a:r>
                  <a:rPr lang="ko-KR" altLang="ko-KR" sz="1000" kern="100" dirty="0">
                    <a:effectLst/>
                    <a:latin typeface="맑은 고딕" panose="020B0503020000020004" pitchFamily="50" charset="-127"/>
                    <a:ea typeface="맑은 고딕" panose="020B0503020000020004" pitchFamily="50" charset="-127"/>
                    <a:cs typeface="Times New Roman" panose="02020603050405020304" pitchFamily="18" charset="0"/>
                  </a:rPr>
                  <a:t>°</a:t>
                </a:r>
                <a:r>
                  <a:rPr lang="en-US" altLang="ko-KR" sz="1000" kern="100" dirty="0">
                    <a:effectLst/>
                    <a:latin typeface="맑은 고딕" panose="020B0503020000020004" pitchFamily="50" charset="-127"/>
                    <a:ea typeface="맑은 고딕" panose="020B0503020000020004" pitchFamily="50" charset="-127"/>
                    <a:cs typeface="Times New Roman" panose="02020603050405020304" pitchFamily="18" charset="0"/>
                  </a:rPr>
                  <a:t>, 8</a:t>
                </a:r>
                <a:r>
                  <a:rPr lang="ko-KR" altLang="ko-KR" sz="1000" kern="100" dirty="0">
                    <a:effectLst/>
                    <a:latin typeface="맑은 고딕" panose="020B0503020000020004" pitchFamily="50" charset="-127"/>
                    <a:ea typeface="맑은 고딕" panose="020B0503020000020004" pitchFamily="50" charset="-127"/>
                    <a:cs typeface="Times New Roman" panose="02020603050405020304" pitchFamily="18" charset="0"/>
                  </a:rPr>
                  <a:t>°</a:t>
                </a:r>
                <a:r>
                  <a:rPr lang="en-US" altLang="ko-KR" sz="1000" kern="100" dirty="0">
                    <a:effectLst/>
                    <a:latin typeface="맑은 고딕" panose="020B0503020000020004" pitchFamily="50" charset="-127"/>
                    <a:ea typeface="맑은 고딕" panose="020B0503020000020004" pitchFamily="50" charset="-127"/>
                    <a:cs typeface="Times New Roman" panose="02020603050405020304" pitchFamily="18" charset="0"/>
                  </a:rPr>
                  <a:t>, 12</a:t>
                </a:r>
                <a:r>
                  <a:rPr lang="ko-KR" altLang="ko-KR" sz="1000" kern="100" dirty="0">
                    <a:effectLst/>
                    <a:latin typeface="맑은 고딕" panose="020B0503020000020004" pitchFamily="50" charset="-127"/>
                    <a:ea typeface="맑은 고딕" panose="020B0503020000020004" pitchFamily="50" charset="-127"/>
                    <a:cs typeface="Times New Roman" panose="02020603050405020304" pitchFamily="18" charset="0"/>
                  </a:rPr>
                  <a:t>°</a:t>
                </a:r>
                <a:r>
                  <a:rPr lang="en-US" altLang="ko-KR" sz="1000" kern="100" dirty="0">
                    <a:effectLst/>
                    <a:latin typeface="맑은 고딕" panose="020B0503020000020004" pitchFamily="50" charset="-127"/>
                    <a:ea typeface="맑은 고딕" panose="020B0503020000020004" pitchFamily="50" charset="-127"/>
                    <a:cs typeface="Times New Roman" panose="02020603050405020304" pitchFamily="18" charset="0"/>
                  </a:rPr>
                  <a:t>) &amp; max. speed (40, 60, 80 kts)</a:t>
                </a:r>
                <a:endParaRPr lang="ko-KR" altLang="ko-KR" sz="11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p>
                <a:pPr marL="742950" lvl="1" indent="-285750" latinLnBrk="1">
                  <a:spcAft>
                    <a:spcPts val="800"/>
                  </a:spcAft>
                  <a:buFont typeface="Wingdings" panose="05000000000000000000" pitchFamily="2" charset="2"/>
                  <a:buChar char=""/>
                </a:pPr>
                <a:r>
                  <a:rPr lang="en-US" altLang="ko-KR" sz="1000" kern="100" dirty="0">
                    <a:effectLst/>
                    <a:latin typeface="맑은 고딕" panose="020B0503020000020004" pitchFamily="50" charset="-127"/>
                    <a:ea typeface="맑은 고딕" panose="020B0503020000020004" pitchFamily="50" charset="-127"/>
                    <a:cs typeface="Times New Roman" panose="02020603050405020304" pitchFamily="18" charset="0"/>
                  </a:rPr>
                  <a:t>Approach phase : 5</a:t>
                </a:r>
                <a:r>
                  <a:rPr lang="ko-KR" altLang="ko-KR" sz="1000" kern="100" dirty="0">
                    <a:effectLst/>
                    <a:latin typeface="맑은 고딕" panose="020B0503020000020004" pitchFamily="50" charset="-127"/>
                    <a:ea typeface="맑은 고딕" panose="020B0503020000020004" pitchFamily="50" charset="-127"/>
                    <a:cs typeface="Times New Roman" panose="02020603050405020304" pitchFamily="18" charset="0"/>
                  </a:rPr>
                  <a:t>°</a:t>
                </a:r>
                <a:r>
                  <a:rPr lang="en-US" altLang="ko-KR" sz="1000" kern="100" dirty="0">
                    <a:effectLst/>
                    <a:latin typeface="맑은 고딕" panose="020B0503020000020004" pitchFamily="50" charset="-127"/>
                    <a:ea typeface="맑은 고딕" panose="020B0503020000020004" pitchFamily="50" charset="-127"/>
                    <a:cs typeface="Times New Roman" panose="02020603050405020304" pitchFamily="18" charset="0"/>
                  </a:rPr>
                  <a:t> &amp; 90 kts , 8</a:t>
                </a:r>
                <a:r>
                  <a:rPr lang="ko-KR" altLang="ko-KR" sz="1000" kern="100" dirty="0">
                    <a:effectLst/>
                    <a:latin typeface="맑은 고딕" panose="020B0503020000020004" pitchFamily="50" charset="-127"/>
                    <a:ea typeface="맑은 고딕" panose="020B0503020000020004" pitchFamily="50" charset="-127"/>
                    <a:cs typeface="Times New Roman" panose="02020603050405020304" pitchFamily="18" charset="0"/>
                  </a:rPr>
                  <a:t>°</a:t>
                </a:r>
                <a:r>
                  <a:rPr lang="en-US" altLang="ko-KR" sz="1000" kern="100" dirty="0">
                    <a:effectLst/>
                    <a:latin typeface="맑은 고딕" panose="020B0503020000020004" pitchFamily="50" charset="-127"/>
                    <a:ea typeface="맑은 고딕" panose="020B0503020000020004" pitchFamily="50" charset="-127"/>
                    <a:cs typeface="Times New Roman" panose="02020603050405020304" pitchFamily="18" charset="0"/>
                  </a:rPr>
                  <a:t> &amp; 75 kts, 12</a:t>
                </a:r>
                <a:r>
                  <a:rPr lang="ko-KR" altLang="ko-KR" sz="1000" kern="100" dirty="0">
                    <a:effectLst/>
                    <a:latin typeface="맑은 고딕" panose="020B0503020000020004" pitchFamily="50" charset="-127"/>
                    <a:ea typeface="맑은 고딕" panose="020B0503020000020004" pitchFamily="50" charset="-127"/>
                    <a:cs typeface="Times New Roman" panose="02020603050405020304" pitchFamily="18" charset="0"/>
                  </a:rPr>
                  <a:t>°</a:t>
                </a:r>
                <a:r>
                  <a:rPr lang="en-US" altLang="ko-KR" sz="1000" kern="100" dirty="0">
                    <a:effectLst/>
                    <a:latin typeface="맑은 고딕" panose="020B0503020000020004" pitchFamily="50" charset="-127"/>
                    <a:ea typeface="맑은 고딕" panose="020B0503020000020004" pitchFamily="50" charset="-127"/>
                    <a:cs typeface="Times New Roman" panose="02020603050405020304" pitchFamily="18" charset="0"/>
                  </a:rPr>
                  <a:t> &amp; 45 kts</a:t>
                </a:r>
                <a:endParaRPr lang="ko-KR" altLang="ko-KR" sz="11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p>
                <a:endParaRPr lang="ko-KR" altLang="en-US" dirty="0"/>
              </a:p>
            </p:txBody>
          </p:sp>
        </mc:Fallback>
      </mc:AlternateContent>
      <p:sp>
        <p:nvSpPr>
          <p:cNvPr id="4" name="슬라이드 번호 개체 틀 3"/>
          <p:cNvSpPr>
            <a:spLocks noGrp="1"/>
          </p:cNvSpPr>
          <p:nvPr>
            <p:ph type="sldNum" sz="quarter" idx="5"/>
          </p:nvPr>
        </p:nvSpPr>
        <p:spPr/>
        <p:txBody>
          <a:bodyPr/>
          <a:lstStyle/>
          <a:p>
            <a:fld id="{8BFC28AB-507E-47F0-9556-E638171DDA91}" type="slidenum">
              <a:rPr lang="ko-KR" altLang="en-US" smtClean="0"/>
              <a:t>5</a:t>
            </a:fld>
            <a:endParaRPr lang="ko-KR" altLang="en-US"/>
          </a:p>
        </p:txBody>
      </p:sp>
    </p:spTree>
    <p:extLst>
      <p:ext uri="{BB962C8B-B14F-4D97-AF65-F5344CB8AC3E}">
        <p14:creationId xmlns:p14="http://schemas.microsoft.com/office/powerpoint/2010/main" val="375748331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en-US" altLang="ko-KR" b="0" i="0" dirty="0">
                <a:solidFill>
                  <a:srgbClr val="040C28"/>
                </a:solidFill>
                <a:effectLst/>
                <a:latin typeface="Arial" panose="020B0604020202020204" pitchFamily="34" charset="0"/>
              </a:rPr>
              <a:t>3° per second turn</a:t>
            </a:r>
            <a:r>
              <a:rPr lang="en-US" altLang="ko-KR" b="0" i="0" dirty="0">
                <a:solidFill>
                  <a:srgbClr val="1F1F1F"/>
                </a:solidFill>
                <a:effectLst/>
                <a:latin typeface="Arial" panose="020B0604020202020204" pitchFamily="34" charset="0"/>
              </a:rPr>
              <a:t>, a 360° turn in 2 minutes</a:t>
            </a:r>
            <a:endParaRPr lang="ko-KR" altLang="en-US" dirty="0"/>
          </a:p>
        </p:txBody>
      </p:sp>
      <p:sp>
        <p:nvSpPr>
          <p:cNvPr id="4" name="슬라이드 번호 개체 틀 3"/>
          <p:cNvSpPr>
            <a:spLocks noGrp="1"/>
          </p:cNvSpPr>
          <p:nvPr>
            <p:ph type="sldNum" sz="quarter" idx="5"/>
          </p:nvPr>
        </p:nvSpPr>
        <p:spPr/>
        <p:txBody>
          <a:bodyPr/>
          <a:lstStyle/>
          <a:p>
            <a:fld id="{8BFC28AB-507E-47F0-9556-E638171DDA91}" type="slidenum">
              <a:rPr lang="ko-KR" altLang="en-US" smtClean="0"/>
              <a:t>9</a:t>
            </a:fld>
            <a:endParaRPr lang="ko-KR" altLang="en-US"/>
          </a:p>
        </p:txBody>
      </p:sp>
    </p:spTree>
    <p:extLst>
      <p:ext uri="{BB962C8B-B14F-4D97-AF65-F5344CB8AC3E}">
        <p14:creationId xmlns:p14="http://schemas.microsoft.com/office/powerpoint/2010/main" val="121951599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en-US" altLang="ko-KR" b="1" dirty="0"/>
              <a:t>Distance of Reaction and Roll (DRR)</a:t>
            </a:r>
            <a:r>
              <a:rPr lang="en-US" altLang="ko-KR" dirty="0"/>
              <a:t> </a:t>
            </a:r>
          </a:p>
          <a:p>
            <a:pPr marL="171450" indent="-171450">
              <a:buFont typeface="Arial" panose="020B0604020202020204" pitchFamily="34" charset="0"/>
              <a:buChar char="•"/>
            </a:pPr>
            <a:r>
              <a:rPr lang="en-US" altLang="ko-KR" dirty="0"/>
              <a:t>refers to the distance an aircraft requires to react and roll (typically during landing or takeoff) after a control input or disturbance, such as during a go-around or missed approach </a:t>
            </a:r>
          </a:p>
          <a:p>
            <a:pPr marL="171450" indent="-171450">
              <a:buFont typeface="Arial" panose="020B0604020202020204" pitchFamily="34" charset="0"/>
              <a:buChar char="•"/>
            </a:pPr>
            <a:r>
              <a:rPr lang="en-US" altLang="ko-KR" dirty="0"/>
              <a:t>This distance accounts for the aircraft's ability to respond to changes in control inputs (such as when the pilot or automated system commands a roll or adjustment to the flight path). It includes the aircraft's reaction time and the additional distance required for the aircraft to stabilize after making the change</a:t>
            </a:r>
          </a:p>
          <a:p>
            <a:pPr marL="171450" indent="-171450">
              <a:buFont typeface="Arial" panose="020B0604020202020204" pitchFamily="34" charset="0"/>
              <a:buChar char="•"/>
            </a:pPr>
            <a:endParaRPr lang="en-US" altLang="ko-KR" dirty="0"/>
          </a:p>
          <a:p>
            <a:pPr marL="0" indent="0">
              <a:buFont typeface="Arial" panose="020B0604020202020204" pitchFamily="34" charset="0"/>
              <a:buNone/>
            </a:pPr>
            <a:r>
              <a:rPr lang="en-US" altLang="ko-KR" b="1" dirty="0"/>
              <a:t>Flat Surface Length (FSL)</a:t>
            </a:r>
            <a:r>
              <a:rPr lang="en-US" altLang="ko-KR" dirty="0"/>
              <a:t> </a:t>
            </a:r>
          </a:p>
          <a:p>
            <a:pPr marL="171450" indent="-171450">
              <a:buFont typeface="Arial" panose="020B0604020202020204" pitchFamily="34" charset="0"/>
              <a:buChar char="•"/>
            </a:pPr>
            <a:r>
              <a:rPr lang="en-US" altLang="ko-KR" dirty="0"/>
              <a:t>is the minimum horizontal distance required for the aircraft to transition from a descent to a stable, level flight or glidepath.</a:t>
            </a:r>
            <a:r>
              <a:rPr lang="en-US" altLang="ko-KR" b="1" dirty="0"/>
              <a:t> </a:t>
            </a:r>
          </a:p>
          <a:p>
            <a:pPr marL="171450" indent="-171450">
              <a:buFont typeface="Arial" panose="020B0604020202020204" pitchFamily="34" charset="0"/>
              <a:buChar char="•"/>
            </a:pPr>
            <a:r>
              <a:rPr lang="en-US" altLang="ko-KR" dirty="0"/>
              <a:t>In the context of landing procedures, the FSL defines the length of the horizontal path that must remain flat or level, allowing the aircraft to stabilize before final descent and landing. It is important for ensuring a smooth transition from approach to landing without abrupt changes in the flight path.</a:t>
            </a:r>
          </a:p>
          <a:p>
            <a:pPr marL="171450" indent="-171450">
              <a:buFont typeface="Arial" panose="020B0604020202020204" pitchFamily="34" charset="0"/>
              <a:buChar char="•"/>
            </a:pPr>
            <a:endParaRPr lang="en-US" altLang="ko-KR" dirty="0"/>
          </a:p>
          <a:p>
            <a:pPr marL="0" indent="0">
              <a:buFont typeface="Arial" panose="020B0604020202020204" pitchFamily="34" charset="0"/>
              <a:buNone/>
            </a:pPr>
            <a:r>
              <a:rPr lang="en-US" altLang="ko-KR" b="1" dirty="0"/>
              <a:t>Distance of Height Loss (2σ)</a:t>
            </a:r>
            <a:r>
              <a:rPr lang="en-US" altLang="ko-KR" dirty="0"/>
              <a:t> </a:t>
            </a:r>
          </a:p>
          <a:p>
            <a:pPr marL="171450" indent="-171450">
              <a:buFont typeface="Arial" panose="020B0604020202020204" pitchFamily="34" charset="0"/>
              <a:buChar char="•"/>
            </a:pPr>
            <a:r>
              <a:rPr lang="en-US" altLang="ko-KR" dirty="0"/>
              <a:t>refers to the distance the aircraft will descend (height loss) based on the standard deviation of altitude loss during the approach phase. "2σ" suggests a range within which the height loss is expected to occur, typically covering 95% of the expected altitude deviation.</a:t>
            </a:r>
          </a:p>
          <a:p>
            <a:pPr marL="171450" indent="-171450">
              <a:buFont typeface="Arial" panose="020B0604020202020204" pitchFamily="34" charset="0"/>
              <a:buChar char="•"/>
            </a:pPr>
            <a:r>
              <a:rPr lang="en-US" altLang="ko-KR" dirty="0"/>
              <a:t>In a flight procedure, height loss represents the vertical distance the aircraft might lose during an approach, accounting for variations in speed, descent rate, and environmental conditions. </a:t>
            </a:r>
          </a:p>
          <a:p>
            <a:pPr marL="171450" indent="-171450">
              <a:buFont typeface="Arial" panose="020B0604020202020204" pitchFamily="34" charset="0"/>
              <a:buChar char="•"/>
            </a:pPr>
            <a:r>
              <a:rPr lang="en-US" altLang="ko-KR" dirty="0"/>
              <a:t>The "2σ" notation likely refers to the statistical confidence interval (95%), meaning that the aircraft will typically lose this amount of height with 95% certainty during the approach.</a:t>
            </a:r>
          </a:p>
          <a:p>
            <a:pPr marL="0" indent="0">
              <a:buFont typeface="Arial" panose="020B0604020202020204" pitchFamily="34" charset="0"/>
              <a:buNone/>
            </a:pPr>
            <a:endParaRPr lang="en-US" altLang="ko-KR" dirty="0"/>
          </a:p>
          <a:p>
            <a:pPr marL="0" indent="0">
              <a:buFont typeface="Arial" panose="020B0604020202020204" pitchFamily="34" charset="0"/>
              <a:buNone/>
            </a:pPr>
            <a:r>
              <a:rPr lang="en-US" altLang="ko-KR" b="1" dirty="0"/>
              <a:t>Approach Angle Divergence</a:t>
            </a:r>
            <a:r>
              <a:rPr lang="en-US" altLang="ko-KR" dirty="0"/>
              <a:t> </a:t>
            </a:r>
          </a:p>
          <a:p>
            <a:pPr marL="171450" indent="-171450">
              <a:buFont typeface="Arial" panose="020B0604020202020204" pitchFamily="34" charset="0"/>
              <a:buChar char="•"/>
            </a:pPr>
            <a:r>
              <a:rPr lang="en-US" altLang="ko-KR" dirty="0"/>
              <a:t>refers to the variation or spread in the angle of descent or approach that an aircraft can safely follow while still maintaining a proper glidepath to the runway or landing point.</a:t>
            </a:r>
            <a:r>
              <a:rPr lang="en-US" altLang="ko-KR" b="1" dirty="0"/>
              <a:t> </a:t>
            </a:r>
          </a:p>
          <a:p>
            <a:pPr marL="171450" indent="-171450">
              <a:buFont typeface="Arial" panose="020B0604020202020204" pitchFamily="34" charset="0"/>
              <a:buChar char="•"/>
            </a:pPr>
            <a:r>
              <a:rPr lang="en-US" altLang="ko-KR" dirty="0"/>
              <a:t>It defines the range of acceptable approach angles that the aircraft can take without straying from the designated path or encountering obstacles. This is important in situations where the approach may need to be adjusted due to wind, obstacles, or traffic.</a:t>
            </a:r>
            <a:endParaRPr lang="ko-KR" altLang="en-US" dirty="0"/>
          </a:p>
        </p:txBody>
      </p:sp>
      <p:sp>
        <p:nvSpPr>
          <p:cNvPr id="4" name="슬라이드 번호 개체 틀 3"/>
          <p:cNvSpPr>
            <a:spLocks noGrp="1"/>
          </p:cNvSpPr>
          <p:nvPr>
            <p:ph type="sldNum" sz="quarter" idx="5"/>
          </p:nvPr>
        </p:nvSpPr>
        <p:spPr/>
        <p:txBody>
          <a:bodyPr/>
          <a:lstStyle/>
          <a:p>
            <a:fld id="{8BFC28AB-507E-47F0-9556-E638171DDA91}" type="slidenum">
              <a:rPr lang="ko-KR" altLang="en-US" smtClean="0"/>
              <a:t>19</a:t>
            </a:fld>
            <a:endParaRPr lang="ko-KR" altLang="en-US"/>
          </a:p>
        </p:txBody>
      </p:sp>
    </p:spTree>
    <p:extLst>
      <p:ext uri="{BB962C8B-B14F-4D97-AF65-F5344CB8AC3E}">
        <p14:creationId xmlns:p14="http://schemas.microsoft.com/office/powerpoint/2010/main" val="85046466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제목 슬라이드">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30602A1A-82B1-F644-42D9-27B7F20A7676}"/>
              </a:ext>
            </a:extLst>
          </p:cNvPr>
          <p:cNvSpPr>
            <a:spLocks noGrp="1"/>
          </p:cNvSpPr>
          <p:nvPr>
            <p:ph type="ctrTitle"/>
          </p:nvPr>
        </p:nvSpPr>
        <p:spPr>
          <a:xfrm>
            <a:off x="1524000" y="1122363"/>
            <a:ext cx="9144000" cy="2387600"/>
          </a:xfrm>
        </p:spPr>
        <p:txBody>
          <a:bodyPr anchor="b"/>
          <a:lstStyle>
            <a:lvl1pPr algn="ctr">
              <a:defRPr sz="6000"/>
            </a:lvl1pPr>
          </a:lstStyle>
          <a:p>
            <a:r>
              <a:rPr lang="ko-KR" altLang="en-US"/>
              <a:t>마스터 제목 스타일 편집</a:t>
            </a:r>
          </a:p>
        </p:txBody>
      </p:sp>
      <p:sp>
        <p:nvSpPr>
          <p:cNvPr id="3" name="부제목 2">
            <a:extLst>
              <a:ext uri="{FF2B5EF4-FFF2-40B4-BE49-F238E27FC236}">
                <a16:creationId xmlns:a16="http://schemas.microsoft.com/office/drawing/2014/main" id="{658E923E-BD9D-F94A-01AF-92545D1CFC4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ko-KR" altLang="en-US"/>
              <a:t>클릭하여 마스터 부제목 스타일 편집</a:t>
            </a:r>
          </a:p>
        </p:txBody>
      </p:sp>
      <p:sp>
        <p:nvSpPr>
          <p:cNvPr id="4" name="날짜 개체 틀 3">
            <a:extLst>
              <a:ext uri="{FF2B5EF4-FFF2-40B4-BE49-F238E27FC236}">
                <a16:creationId xmlns:a16="http://schemas.microsoft.com/office/drawing/2014/main" id="{D7277F36-F3B1-2D69-063C-06C1342E7406}"/>
              </a:ext>
            </a:extLst>
          </p:cNvPr>
          <p:cNvSpPr>
            <a:spLocks noGrp="1"/>
          </p:cNvSpPr>
          <p:nvPr>
            <p:ph type="dt" sz="half" idx="10"/>
          </p:nvPr>
        </p:nvSpPr>
        <p:spPr/>
        <p:txBody>
          <a:bodyPr/>
          <a:lstStyle/>
          <a:p>
            <a:fld id="{53A0A8FF-6F63-4B1D-97F1-589D078B0311}" type="datetimeFigureOut">
              <a:rPr lang="ko-KR" altLang="en-US" smtClean="0"/>
              <a:t>2025-06-05</a:t>
            </a:fld>
            <a:endParaRPr lang="ko-KR" altLang="en-US"/>
          </a:p>
        </p:txBody>
      </p:sp>
      <p:sp>
        <p:nvSpPr>
          <p:cNvPr id="5" name="바닥글 개체 틀 4">
            <a:extLst>
              <a:ext uri="{FF2B5EF4-FFF2-40B4-BE49-F238E27FC236}">
                <a16:creationId xmlns:a16="http://schemas.microsoft.com/office/drawing/2014/main" id="{3FF2D4F5-6190-81AC-859F-EB6D7FB5FE42}"/>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A2490EE7-880E-F08E-7F59-C72E87F18CFA}"/>
              </a:ext>
            </a:extLst>
          </p:cNvPr>
          <p:cNvSpPr>
            <a:spLocks noGrp="1"/>
          </p:cNvSpPr>
          <p:nvPr>
            <p:ph type="sldNum" sz="quarter" idx="12"/>
          </p:nvPr>
        </p:nvSpPr>
        <p:spPr/>
        <p:txBody>
          <a:bodyPr/>
          <a:lstStyle/>
          <a:p>
            <a:fld id="{153ACFAB-164F-48BB-ADE2-0F8E6C4E77DA}" type="slidenum">
              <a:rPr lang="ko-KR" altLang="en-US" smtClean="0"/>
              <a:t>‹#›</a:t>
            </a:fld>
            <a:endParaRPr lang="ko-KR" altLang="en-US"/>
          </a:p>
        </p:txBody>
      </p:sp>
    </p:spTree>
    <p:extLst>
      <p:ext uri="{BB962C8B-B14F-4D97-AF65-F5344CB8AC3E}">
        <p14:creationId xmlns:p14="http://schemas.microsoft.com/office/powerpoint/2010/main" val="192417990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제목 및 내용">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97FF8496-8A96-66C3-DB81-8E813B389DDB}"/>
              </a:ext>
            </a:extLst>
          </p:cNvPr>
          <p:cNvSpPr>
            <a:spLocks noGrp="1"/>
          </p:cNvSpPr>
          <p:nvPr>
            <p:ph type="title"/>
          </p:nvPr>
        </p:nvSpPr>
        <p:spPr/>
        <p:txBody>
          <a:bodyPr/>
          <a:lstStyle/>
          <a:p>
            <a:r>
              <a:rPr lang="ko-KR" altLang="en-US"/>
              <a:t>마스터 제목 스타일 편집</a:t>
            </a:r>
          </a:p>
        </p:txBody>
      </p:sp>
      <p:sp>
        <p:nvSpPr>
          <p:cNvPr id="3" name="내용 개체 틀 2">
            <a:extLst>
              <a:ext uri="{FF2B5EF4-FFF2-40B4-BE49-F238E27FC236}">
                <a16:creationId xmlns:a16="http://schemas.microsoft.com/office/drawing/2014/main" id="{215057E6-1222-B576-AC19-F6F5E5EB13E0}"/>
              </a:ext>
            </a:extLst>
          </p:cNvPr>
          <p:cNvSpPr>
            <a:spLocks noGrp="1"/>
          </p:cNvSpPr>
          <p:nvPr>
            <p:ph idx="1"/>
          </p:nvPr>
        </p:nvSpPr>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날짜 개체 틀 3">
            <a:extLst>
              <a:ext uri="{FF2B5EF4-FFF2-40B4-BE49-F238E27FC236}">
                <a16:creationId xmlns:a16="http://schemas.microsoft.com/office/drawing/2014/main" id="{99962715-CE64-F672-42A1-7101D30157C8}"/>
              </a:ext>
            </a:extLst>
          </p:cNvPr>
          <p:cNvSpPr>
            <a:spLocks noGrp="1"/>
          </p:cNvSpPr>
          <p:nvPr>
            <p:ph type="dt" sz="half" idx="10"/>
          </p:nvPr>
        </p:nvSpPr>
        <p:spPr/>
        <p:txBody>
          <a:bodyPr/>
          <a:lstStyle/>
          <a:p>
            <a:fld id="{53A0A8FF-6F63-4B1D-97F1-589D078B0311}" type="datetimeFigureOut">
              <a:rPr lang="ko-KR" altLang="en-US" smtClean="0"/>
              <a:t>2025-06-05</a:t>
            </a:fld>
            <a:endParaRPr lang="ko-KR" altLang="en-US"/>
          </a:p>
        </p:txBody>
      </p:sp>
      <p:sp>
        <p:nvSpPr>
          <p:cNvPr id="5" name="바닥글 개체 틀 4">
            <a:extLst>
              <a:ext uri="{FF2B5EF4-FFF2-40B4-BE49-F238E27FC236}">
                <a16:creationId xmlns:a16="http://schemas.microsoft.com/office/drawing/2014/main" id="{1762D3B0-33AA-6DA6-C00B-DC1937F021D8}"/>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DE225E2A-B37F-240A-1913-66CD2F931B1E}"/>
              </a:ext>
            </a:extLst>
          </p:cNvPr>
          <p:cNvSpPr>
            <a:spLocks noGrp="1"/>
          </p:cNvSpPr>
          <p:nvPr>
            <p:ph type="sldNum" sz="quarter" idx="12"/>
          </p:nvPr>
        </p:nvSpPr>
        <p:spPr/>
        <p:txBody>
          <a:bodyPr/>
          <a:lstStyle/>
          <a:p>
            <a:fld id="{153ACFAB-164F-48BB-ADE2-0F8E6C4E77DA}" type="slidenum">
              <a:rPr lang="ko-KR" altLang="en-US" smtClean="0"/>
              <a:t>‹#›</a:t>
            </a:fld>
            <a:endParaRPr lang="ko-KR" altLang="en-US"/>
          </a:p>
        </p:txBody>
      </p:sp>
    </p:spTree>
    <p:extLst>
      <p:ext uri="{BB962C8B-B14F-4D97-AF65-F5344CB8AC3E}">
        <p14:creationId xmlns:p14="http://schemas.microsoft.com/office/powerpoint/2010/main" val="9177977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구역 머리글">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5BB14AB8-96D1-573B-271E-B29C542FFA10}"/>
              </a:ext>
            </a:extLst>
          </p:cNvPr>
          <p:cNvSpPr>
            <a:spLocks noGrp="1"/>
          </p:cNvSpPr>
          <p:nvPr>
            <p:ph type="title"/>
          </p:nvPr>
        </p:nvSpPr>
        <p:spPr>
          <a:xfrm>
            <a:off x="831850" y="1709738"/>
            <a:ext cx="10515600" cy="2852737"/>
          </a:xfrm>
        </p:spPr>
        <p:txBody>
          <a:bodyPr anchor="b"/>
          <a:lstStyle>
            <a:lvl1pPr>
              <a:defRPr sz="6000"/>
            </a:lvl1pPr>
          </a:lstStyle>
          <a:p>
            <a:r>
              <a:rPr lang="ko-KR" altLang="en-US"/>
              <a:t>마스터 제목 스타일 편집</a:t>
            </a:r>
          </a:p>
        </p:txBody>
      </p:sp>
      <p:sp>
        <p:nvSpPr>
          <p:cNvPr id="3" name="텍스트 개체 틀 2">
            <a:extLst>
              <a:ext uri="{FF2B5EF4-FFF2-40B4-BE49-F238E27FC236}">
                <a16:creationId xmlns:a16="http://schemas.microsoft.com/office/drawing/2014/main" id="{A8D1F8A4-CBD2-99AB-C9EC-D95BABD88026}"/>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ko-KR" altLang="en-US"/>
              <a:t>마스터 텍스트 스타일을 편집하려면 클릭</a:t>
            </a:r>
          </a:p>
        </p:txBody>
      </p:sp>
      <p:sp>
        <p:nvSpPr>
          <p:cNvPr id="4" name="날짜 개체 틀 3">
            <a:extLst>
              <a:ext uri="{FF2B5EF4-FFF2-40B4-BE49-F238E27FC236}">
                <a16:creationId xmlns:a16="http://schemas.microsoft.com/office/drawing/2014/main" id="{9D2202A2-CFAB-D859-D7A3-1718BCA673B7}"/>
              </a:ext>
            </a:extLst>
          </p:cNvPr>
          <p:cNvSpPr>
            <a:spLocks noGrp="1"/>
          </p:cNvSpPr>
          <p:nvPr>
            <p:ph type="dt" sz="half" idx="10"/>
          </p:nvPr>
        </p:nvSpPr>
        <p:spPr/>
        <p:txBody>
          <a:bodyPr/>
          <a:lstStyle/>
          <a:p>
            <a:fld id="{53A0A8FF-6F63-4B1D-97F1-589D078B0311}" type="datetimeFigureOut">
              <a:rPr lang="ko-KR" altLang="en-US" smtClean="0"/>
              <a:t>2025-06-05</a:t>
            </a:fld>
            <a:endParaRPr lang="ko-KR" altLang="en-US"/>
          </a:p>
        </p:txBody>
      </p:sp>
      <p:sp>
        <p:nvSpPr>
          <p:cNvPr id="5" name="바닥글 개체 틀 4">
            <a:extLst>
              <a:ext uri="{FF2B5EF4-FFF2-40B4-BE49-F238E27FC236}">
                <a16:creationId xmlns:a16="http://schemas.microsoft.com/office/drawing/2014/main" id="{DBC02660-0362-824F-7BC0-6BA0183D83D8}"/>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E1843D0F-CC98-DC63-9B24-042DD3DD931D}"/>
              </a:ext>
            </a:extLst>
          </p:cNvPr>
          <p:cNvSpPr>
            <a:spLocks noGrp="1"/>
          </p:cNvSpPr>
          <p:nvPr>
            <p:ph type="sldNum" sz="quarter" idx="12"/>
          </p:nvPr>
        </p:nvSpPr>
        <p:spPr/>
        <p:txBody>
          <a:bodyPr/>
          <a:lstStyle/>
          <a:p>
            <a:fld id="{153ACFAB-164F-48BB-ADE2-0F8E6C4E77DA}" type="slidenum">
              <a:rPr lang="ko-KR" altLang="en-US" smtClean="0"/>
              <a:t>‹#›</a:t>
            </a:fld>
            <a:endParaRPr lang="ko-KR" altLang="en-US"/>
          </a:p>
        </p:txBody>
      </p:sp>
    </p:spTree>
    <p:extLst>
      <p:ext uri="{BB962C8B-B14F-4D97-AF65-F5344CB8AC3E}">
        <p14:creationId xmlns:p14="http://schemas.microsoft.com/office/powerpoint/2010/main" val="191637926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콘텐츠 2개">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A58A8068-2404-987F-EAC6-47002DBAA6D1}"/>
              </a:ext>
            </a:extLst>
          </p:cNvPr>
          <p:cNvSpPr>
            <a:spLocks noGrp="1"/>
          </p:cNvSpPr>
          <p:nvPr>
            <p:ph type="title"/>
          </p:nvPr>
        </p:nvSpPr>
        <p:spPr/>
        <p:txBody>
          <a:bodyPr/>
          <a:lstStyle/>
          <a:p>
            <a:r>
              <a:rPr lang="ko-KR" altLang="en-US"/>
              <a:t>마스터 제목 스타일 편집</a:t>
            </a:r>
          </a:p>
        </p:txBody>
      </p:sp>
      <p:sp>
        <p:nvSpPr>
          <p:cNvPr id="3" name="내용 개체 틀 2">
            <a:extLst>
              <a:ext uri="{FF2B5EF4-FFF2-40B4-BE49-F238E27FC236}">
                <a16:creationId xmlns:a16="http://schemas.microsoft.com/office/drawing/2014/main" id="{32228185-F70C-0CE2-6D8E-974E7EE881FC}"/>
              </a:ext>
            </a:extLst>
          </p:cNvPr>
          <p:cNvSpPr>
            <a:spLocks noGrp="1"/>
          </p:cNvSpPr>
          <p:nvPr>
            <p:ph sz="half" idx="1"/>
          </p:nvPr>
        </p:nvSpPr>
        <p:spPr>
          <a:xfrm>
            <a:off x="838200" y="1825625"/>
            <a:ext cx="5181600" cy="435133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내용 개체 틀 3">
            <a:extLst>
              <a:ext uri="{FF2B5EF4-FFF2-40B4-BE49-F238E27FC236}">
                <a16:creationId xmlns:a16="http://schemas.microsoft.com/office/drawing/2014/main" id="{59BF4023-F7B6-B991-4C54-F25DBFABBB8F}"/>
              </a:ext>
            </a:extLst>
          </p:cNvPr>
          <p:cNvSpPr>
            <a:spLocks noGrp="1"/>
          </p:cNvSpPr>
          <p:nvPr>
            <p:ph sz="half" idx="2"/>
          </p:nvPr>
        </p:nvSpPr>
        <p:spPr>
          <a:xfrm>
            <a:off x="6172200" y="1825625"/>
            <a:ext cx="5181600" cy="435133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5" name="날짜 개체 틀 4">
            <a:extLst>
              <a:ext uri="{FF2B5EF4-FFF2-40B4-BE49-F238E27FC236}">
                <a16:creationId xmlns:a16="http://schemas.microsoft.com/office/drawing/2014/main" id="{620EF260-4F54-426F-E07E-700AAE8F5768}"/>
              </a:ext>
            </a:extLst>
          </p:cNvPr>
          <p:cNvSpPr>
            <a:spLocks noGrp="1"/>
          </p:cNvSpPr>
          <p:nvPr>
            <p:ph type="dt" sz="half" idx="10"/>
          </p:nvPr>
        </p:nvSpPr>
        <p:spPr/>
        <p:txBody>
          <a:bodyPr/>
          <a:lstStyle/>
          <a:p>
            <a:fld id="{53A0A8FF-6F63-4B1D-97F1-589D078B0311}" type="datetimeFigureOut">
              <a:rPr lang="ko-KR" altLang="en-US" smtClean="0"/>
              <a:t>2025-06-05</a:t>
            </a:fld>
            <a:endParaRPr lang="ko-KR" altLang="en-US"/>
          </a:p>
        </p:txBody>
      </p:sp>
      <p:sp>
        <p:nvSpPr>
          <p:cNvPr id="6" name="바닥글 개체 틀 5">
            <a:extLst>
              <a:ext uri="{FF2B5EF4-FFF2-40B4-BE49-F238E27FC236}">
                <a16:creationId xmlns:a16="http://schemas.microsoft.com/office/drawing/2014/main" id="{010D6B65-B47D-F7AB-9C3C-5A7707CBCFDC}"/>
              </a:ext>
            </a:extLst>
          </p:cNvPr>
          <p:cNvSpPr>
            <a:spLocks noGrp="1"/>
          </p:cNvSpPr>
          <p:nvPr>
            <p:ph type="ftr" sz="quarter" idx="11"/>
          </p:nvPr>
        </p:nvSpPr>
        <p:spPr/>
        <p:txBody>
          <a:bodyPr/>
          <a:lstStyle/>
          <a:p>
            <a:endParaRPr lang="ko-KR" altLang="en-US"/>
          </a:p>
        </p:txBody>
      </p:sp>
      <p:sp>
        <p:nvSpPr>
          <p:cNvPr id="7" name="슬라이드 번호 개체 틀 6">
            <a:extLst>
              <a:ext uri="{FF2B5EF4-FFF2-40B4-BE49-F238E27FC236}">
                <a16:creationId xmlns:a16="http://schemas.microsoft.com/office/drawing/2014/main" id="{2D962CC7-7E0D-634A-D66A-01C9F161E036}"/>
              </a:ext>
            </a:extLst>
          </p:cNvPr>
          <p:cNvSpPr>
            <a:spLocks noGrp="1"/>
          </p:cNvSpPr>
          <p:nvPr>
            <p:ph type="sldNum" sz="quarter" idx="12"/>
          </p:nvPr>
        </p:nvSpPr>
        <p:spPr/>
        <p:txBody>
          <a:bodyPr/>
          <a:lstStyle/>
          <a:p>
            <a:fld id="{153ACFAB-164F-48BB-ADE2-0F8E6C4E77DA}" type="slidenum">
              <a:rPr lang="ko-KR" altLang="en-US" smtClean="0"/>
              <a:t>‹#›</a:t>
            </a:fld>
            <a:endParaRPr lang="ko-KR" altLang="en-US"/>
          </a:p>
        </p:txBody>
      </p:sp>
    </p:spTree>
    <p:extLst>
      <p:ext uri="{BB962C8B-B14F-4D97-AF65-F5344CB8AC3E}">
        <p14:creationId xmlns:p14="http://schemas.microsoft.com/office/powerpoint/2010/main" val="363791801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비교">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474DBBA6-942B-3F3D-65C1-FBFB88DA6040}"/>
              </a:ext>
            </a:extLst>
          </p:cNvPr>
          <p:cNvSpPr>
            <a:spLocks noGrp="1"/>
          </p:cNvSpPr>
          <p:nvPr>
            <p:ph type="title"/>
          </p:nvPr>
        </p:nvSpPr>
        <p:spPr>
          <a:xfrm>
            <a:off x="839788" y="365125"/>
            <a:ext cx="10515600" cy="1325563"/>
          </a:xfrm>
        </p:spPr>
        <p:txBody>
          <a:bodyPr/>
          <a:lstStyle/>
          <a:p>
            <a:r>
              <a:rPr lang="ko-KR" altLang="en-US"/>
              <a:t>마스터 제목 스타일 편집</a:t>
            </a:r>
          </a:p>
        </p:txBody>
      </p:sp>
      <p:sp>
        <p:nvSpPr>
          <p:cNvPr id="3" name="텍스트 개체 틀 2">
            <a:extLst>
              <a:ext uri="{FF2B5EF4-FFF2-40B4-BE49-F238E27FC236}">
                <a16:creationId xmlns:a16="http://schemas.microsoft.com/office/drawing/2014/main" id="{EDCA56F5-09FF-DA51-6C82-0F977A97D74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스타일을 편집하려면 클릭</a:t>
            </a:r>
          </a:p>
        </p:txBody>
      </p:sp>
      <p:sp>
        <p:nvSpPr>
          <p:cNvPr id="4" name="내용 개체 틀 3">
            <a:extLst>
              <a:ext uri="{FF2B5EF4-FFF2-40B4-BE49-F238E27FC236}">
                <a16:creationId xmlns:a16="http://schemas.microsoft.com/office/drawing/2014/main" id="{DD5600BE-147E-EDD9-B7C6-A983A8F8D87F}"/>
              </a:ext>
            </a:extLst>
          </p:cNvPr>
          <p:cNvSpPr>
            <a:spLocks noGrp="1"/>
          </p:cNvSpPr>
          <p:nvPr>
            <p:ph sz="half" idx="2"/>
          </p:nvPr>
        </p:nvSpPr>
        <p:spPr>
          <a:xfrm>
            <a:off x="839788" y="2505075"/>
            <a:ext cx="5157787" cy="368458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5" name="텍스트 개체 틀 4">
            <a:extLst>
              <a:ext uri="{FF2B5EF4-FFF2-40B4-BE49-F238E27FC236}">
                <a16:creationId xmlns:a16="http://schemas.microsoft.com/office/drawing/2014/main" id="{26D4CA14-6B4D-43A6-ABEE-302D31B73B7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스타일을 편집하려면 클릭</a:t>
            </a:r>
          </a:p>
        </p:txBody>
      </p:sp>
      <p:sp>
        <p:nvSpPr>
          <p:cNvPr id="6" name="내용 개체 틀 5">
            <a:extLst>
              <a:ext uri="{FF2B5EF4-FFF2-40B4-BE49-F238E27FC236}">
                <a16:creationId xmlns:a16="http://schemas.microsoft.com/office/drawing/2014/main" id="{AD0C5213-0DCE-5359-047E-38F6A4DE3FFE}"/>
              </a:ext>
            </a:extLst>
          </p:cNvPr>
          <p:cNvSpPr>
            <a:spLocks noGrp="1"/>
          </p:cNvSpPr>
          <p:nvPr>
            <p:ph sz="quarter" idx="4"/>
          </p:nvPr>
        </p:nvSpPr>
        <p:spPr>
          <a:xfrm>
            <a:off x="6172200" y="2505075"/>
            <a:ext cx="5183188" cy="368458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7" name="날짜 개체 틀 6">
            <a:extLst>
              <a:ext uri="{FF2B5EF4-FFF2-40B4-BE49-F238E27FC236}">
                <a16:creationId xmlns:a16="http://schemas.microsoft.com/office/drawing/2014/main" id="{E0A981EB-3291-EA58-7D76-5BEF4FFEB8A6}"/>
              </a:ext>
            </a:extLst>
          </p:cNvPr>
          <p:cNvSpPr>
            <a:spLocks noGrp="1"/>
          </p:cNvSpPr>
          <p:nvPr>
            <p:ph type="dt" sz="half" idx="10"/>
          </p:nvPr>
        </p:nvSpPr>
        <p:spPr/>
        <p:txBody>
          <a:bodyPr/>
          <a:lstStyle/>
          <a:p>
            <a:fld id="{53A0A8FF-6F63-4B1D-97F1-589D078B0311}" type="datetimeFigureOut">
              <a:rPr lang="ko-KR" altLang="en-US" smtClean="0"/>
              <a:t>2025-06-05</a:t>
            </a:fld>
            <a:endParaRPr lang="ko-KR" altLang="en-US"/>
          </a:p>
        </p:txBody>
      </p:sp>
      <p:sp>
        <p:nvSpPr>
          <p:cNvPr id="8" name="바닥글 개체 틀 7">
            <a:extLst>
              <a:ext uri="{FF2B5EF4-FFF2-40B4-BE49-F238E27FC236}">
                <a16:creationId xmlns:a16="http://schemas.microsoft.com/office/drawing/2014/main" id="{10388A1C-EF9A-1DC4-B455-B0052296FE72}"/>
              </a:ext>
            </a:extLst>
          </p:cNvPr>
          <p:cNvSpPr>
            <a:spLocks noGrp="1"/>
          </p:cNvSpPr>
          <p:nvPr>
            <p:ph type="ftr" sz="quarter" idx="11"/>
          </p:nvPr>
        </p:nvSpPr>
        <p:spPr/>
        <p:txBody>
          <a:bodyPr/>
          <a:lstStyle/>
          <a:p>
            <a:endParaRPr lang="ko-KR" altLang="en-US"/>
          </a:p>
        </p:txBody>
      </p:sp>
      <p:sp>
        <p:nvSpPr>
          <p:cNvPr id="9" name="슬라이드 번호 개체 틀 8">
            <a:extLst>
              <a:ext uri="{FF2B5EF4-FFF2-40B4-BE49-F238E27FC236}">
                <a16:creationId xmlns:a16="http://schemas.microsoft.com/office/drawing/2014/main" id="{680709B6-1D63-7BB5-9918-8A24F0E682F0}"/>
              </a:ext>
            </a:extLst>
          </p:cNvPr>
          <p:cNvSpPr>
            <a:spLocks noGrp="1"/>
          </p:cNvSpPr>
          <p:nvPr>
            <p:ph type="sldNum" sz="quarter" idx="12"/>
          </p:nvPr>
        </p:nvSpPr>
        <p:spPr/>
        <p:txBody>
          <a:bodyPr/>
          <a:lstStyle/>
          <a:p>
            <a:fld id="{153ACFAB-164F-48BB-ADE2-0F8E6C4E77DA}" type="slidenum">
              <a:rPr lang="ko-KR" altLang="en-US" smtClean="0"/>
              <a:t>‹#›</a:t>
            </a:fld>
            <a:endParaRPr lang="ko-KR" altLang="en-US"/>
          </a:p>
        </p:txBody>
      </p:sp>
    </p:spTree>
    <p:extLst>
      <p:ext uri="{BB962C8B-B14F-4D97-AF65-F5344CB8AC3E}">
        <p14:creationId xmlns:p14="http://schemas.microsoft.com/office/powerpoint/2010/main" val="52271043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제목만">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814BB972-5A8B-DE88-B541-ACDB9833DEE9}"/>
              </a:ext>
            </a:extLst>
          </p:cNvPr>
          <p:cNvSpPr>
            <a:spLocks noGrp="1"/>
          </p:cNvSpPr>
          <p:nvPr>
            <p:ph type="title"/>
          </p:nvPr>
        </p:nvSpPr>
        <p:spPr/>
        <p:txBody>
          <a:bodyPr/>
          <a:lstStyle/>
          <a:p>
            <a:r>
              <a:rPr lang="ko-KR" altLang="en-US"/>
              <a:t>마스터 제목 스타일 편집</a:t>
            </a:r>
          </a:p>
        </p:txBody>
      </p:sp>
      <p:sp>
        <p:nvSpPr>
          <p:cNvPr id="3" name="날짜 개체 틀 2">
            <a:extLst>
              <a:ext uri="{FF2B5EF4-FFF2-40B4-BE49-F238E27FC236}">
                <a16:creationId xmlns:a16="http://schemas.microsoft.com/office/drawing/2014/main" id="{CE387391-22C0-57FC-7DC2-675514BB283E}"/>
              </a:ext>
            </a:extLst>
          </p:cNvPr>
          <p:cNvSpPr>
            <a:spLocks noGrp="1"/>
          </p:cNvSpPr>
          <p:nvPr>
            <p:ph type="dt" sz="half" idx="10"/>
          </p:nvPr>
        </p:nvSpPr>
        <p:spPr/>
        <p:txBody>
          <a:bodyPr/>
          <a:lstStyle/>
          <a:p>
            <a:fld id="{53A0A8FF-6F63-4B1D-97F1-589D078B0311}" type="datetimeFigureOut">
              <a:rPr lang="ko-KR" altLang="en-US" smtClean="0"/>
              <a:t>2025-06-05</a:t>
            </a:fld>
            <a:endParaRPr lang="ko-KR" altLang="en-US"/>
          </a:p>
        </p:txBody>
      </p:sp>
      <p:sp>
        <p:nvSpPr>
          <p:cNvPr id="4" name="바닥글 개체 틀 3">
            <a:extLst>
              <a:ext uri="{FF2B5EF4-FFF2-40B4-BE49-F238E27FC236}">
                <a16:creationId xmlns:a16="http://schemas.microsoft.com/office/drawing/2014/main" id="{51795E1F-F69C-A47F-587D-8F79FC837F61}"/>
              </a:ext>
            </a:extLst>
          </p:cNvPr>
          <p:cNvSpPr>
            <a:spLocks noGrp="1"/>
          </p:cNvSpPr>
          <p:nvPr>
            <p:ph type="ftr" sz="quarter" idx="11"/>
          </p:nvPr>
        </p:nvSpPr>
        <p:spPr/>
        <p:txBody>
          <a:bodyPr/>
          <a:lstStyle/>
          <a:p>
            <a:endParaRPr lang="ko-KR" altLang="en-US"/>
          </a:p>
        </p:txBody>
      </p:sp>
      <p:sp>
        <p:nvSpPr>
          <p:cNvPr id="5" name="슬라이드 번호 개체 틀 4">
            <a:extLst>
              <a:ext uri="{FF2B5EF4-FFF2-40B4-BE49-F238E27FC236}">
                <a16:creationId xmlns:a16="http://schemas.microsoft.com/office/drawing/2014/main" id="{B3D7748D-4166-E155-1FFF-E9BD71534F4E}"/>
              </a:ext>
            </a:extLst>
          </p:cNvPr>
          <p:cNvSpPr>
            <a:spLocks noGrp="1"/>
          </p:cNvSpPr>
          <p:nvPr>
            <p:ph type="sldNum" sz="quarter" idx="12"/>
          </p:nvPr>
        </p:nvSpPr>
        <p:spPr/>
        <p:txBody>
          <a:bodyPr/>
          <a:lstStyle/>
          <a:p>
            <a:fld id="{153ACFAB-164F-48BB-ADE2-0F8E6C4E77DA}" type="slidenum">
              <a:rPr lang="ko-KR" altLang="en-US" smtClean="0"/>
              <a:t>‹#›</a:t>
            </a:fld>
            <a:endParaRPr lang="ko-KR" altLang="en-US"/>
          </a:p>
        </p:txBody>
      </p:sp>
    </p:spTree>
    <p:extLst>
      <p:ext uri="{BB962C8B-B14F-4D97-AF65-F5344CB8AC3E}">
        <p14:creationId xmlns:p14="http://schemas.microsoft.com/office/powerpoint/2010/main" val="329162971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빈 화면">
    <p:spTree>
      <p:nvGrpSpPr>
        <p:cNvPr id="1" name=""/>
        <p:cNvGrpSpPr/>
        <p:nvPr/>
      </p:nvGrpSpPr>
      <p:grpSpPr>
        <a:xfrm>
          <a:off x="0" y="0"/>
          <a:ext cx="0" cy="0"/>
          <a:chOff x="0" y="0"/>
          <a:chExt cx="0" cy="0"/>
        </a:xfrm>
      </p:grpSpPr>
      <p:sp>
        <p:nvSpPr>
          <p:cNvPr id="2" name="날짜 개체 틀 1">
            <a:extLst>
              <a:ext uri="{FF2B5EF4-FFF2-40B4-BE49-F238E27FC236}">
                <a16:creationId xmlns:a16="http://schemas.microsoft.com/office/drawing/2014/main" id="{4C77684D-B3BA-9CC5-97FD-13FC27A9F29E}"/>
              </a:ext>
            </a:extLst>
          </p:cNvPr>
          <p:cNvSpPr>
            <a:spLocks noGrp="1"/>
          </p:cNvSpPr>
          <p:nvPr>
            <p:ph type="dt" sz="half" idx="10"/>
          </p:nvPr>
        </p:nvSpPr>
        <p:spPr/>
        <p:txBody>
          <a:bodyPr/>
          <a:lstStyle/>
          <a:p>
            <a:fld id="{53A0A8FF-6F63-4B1D-97F1-589D078B0311}" type="datetimeFigureOut">
              <a:rPr lang="ko-KR" altLang="en-US" smtClean="0"/>
              <a:t>2025-06-05</a:t>
            </a:fld>
            <a:endParaRPr lang="ko-KR" altLang="en-US"/>
          </a:p>
        </p:txBody>
      </p:sp>
      <p:sp>
        <p:nvSpPr>
          <p:cNvPr id="3" name="바닥글 개체 틀 2">
            <a:extLst>
              <a:ext uri="{FF2B5EF4-FFF2-40B4-BE49-F238E27FC236}">
                <a16:creationId xmlns:a16="http://schemas.microsoft.com/office/drawing/2014/main" id="{2E4CA271-67CB-7A95-E379-866A35591E31}"/>
              </a:ext>
            </a:extLst>
          </p:cNvPr>
          <p:cNvSpPr>
            <a:spLocks noGrp="1"/>
          </p:cNvSpPr>
          <p:nvPr>
            <p:ph type="ftr" sz="quarter" idx="11"/>
          </p:nvPr>
        </p:nvSpPr>
        <p:spPr/>
        <p:txBody>
          <a:bodyPr/>
          <a:lstStyle/>
          <a:p>
            <a:endParaRPr lang="ko-KR" altLang="en-US"/>
          </a:p>
        </p:txBody>
      </p:sp>
      <p:sp>
        <p:nvSpPr>
          <p:cNvPr id="4" name="슬라이드 번호 개체 틀 3">
            <a:extLst>
              <a:ext uri="{FF2B5EF4-FFF2-40B4-BE49-F238E27FC236}">
                <a16:creationId xmlns:a16="http://schemas.microsoft.com/office/drawing/2014/main" id="{F30C255D-7023-6AFC-4C9D-0CE99E9CD27A}"/>
              </a:ext>
            </a:extLst>
          </p:cNvPr>
          <p:cNvSpPr>
            <a:spLocks noGrp="1"/>
          </p:cNvSpPr>
          <p:nvPr>
            <p:ph type="sldNum" sz="quarter" idx="12"/>
          </p:nvPr>
        </p:nvSpPr>
        <p:spPr/>
        <p:txBody>
          <a:bodyPr/>
          <a:lstStyle/>
          <a:p>
            <a:fld id="{153ACFAB-164F-48BB-ADE2-0F8E6C4E77DA}" type="slidenum">
              <a:rPr lang="ko-KR" altLang="en-US" smtClean="0"/>
              <a:t>‹#›</a:t>
            </a:fld>
            <a:endParaRPr lang="ko-KR" altLang="en-US"/>
          </a:p>
        </p:txBody>
      </p:sp>
    </p:spTree>
    <p:extLst>
      <p:ext uri="{BB962C8B-B14F-4D97-AF65-F5344CB8AC3E}">
        <p14:creationId xmlns:p14="http://schemas.microsoft.com/office/powerpoint/2010/main" val="175979359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캡션 있는 콘텐츠">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358DAAA-7593-CA72-DE1D-CED19953F4F2}"/>
              </a:ext>
            </a:extLst>
          </p:cNvPr>
          <p:cNvSpPr>
            <a:spLocks noGrp="1"/>
          </p:cNvSpPr>
          <p:nvPr>
            <p:ph type="title"/>
          </p:nvPr>
        </p:nvSpPr>
        <p:spPr>
          <a:xfrm>
            <a:off x="839788" y="457200"/>
            <a:ext cx="3932237" cy="1600200"/>
          </a:xfrm>
        </p:spPr>
        <p:txBody>
          <a:bodyPr anchor="b"/>
          <a:lstStyle>
            <a:lvl1pPr>
              <a:defRPr sz="3200"/>
            </a:lvl1pPr>
          </a:lstStyle>
          <a:p>
            <a:r>
              <a:rPr lang="ko-KR" altLang="en-US"/>
              <a:t>마스터 제목 스타일 편집</a:t>
            </a:r>
          </a:p>
        </p:txBody>
      </p:sp>
      <p:sp>
        <p:nvSpPr>
          <p:cNvPr id="3" name="내용 개체 틀 2">
            <a:extLst>
              <a:ext uri="{FF2B5EF4-FFF2-40B4-BE49-F238E27FC236}">
                <a16:creationId xmlns:a16="http://schemas.microsoft.com/office/drawing/2014/main" id="{22262AD9-BEFD-E55C-52C7-85A51769E5E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텍스트 개체 틀 3">
            <a:extLst>
              <a:ext uri="{FF2B5EF4-FFF2-40B4-BE49-F238E27FC236}">
                <a16:creationId xmlns:a16="http://schemas.microsoft.com/office/drawing/2014/main" id="{FAE3FC7A-C4F8-2FB2-4AED-D94DA03B5EE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ko-KR" altLang="en-US"/>
              <a:t>마스터 텍스트 스타일을 편집하려면 클릭</a:t>
            </a:r>
          </a:p>
        </p:txBody>
      </p:sp>
      <p:sp>
        <p:nvSpPr>
          <p:cNvPr id="5" name="날짜 개체 틀 4">
            <a:extLst>
              <a:ext uri="{FF2B5EF4-FFF2-40B4-BE49-F238E27FC236}">
                <a16:creationId xmlns:a16="http://schemas.microsoft.com/office/drawing/2014/main" id="{0D51EFA0-4EE2-6979-A03F-CD9591586C63}"/>
              </a:ext>
            </a:extLst>
          </p:cNvPr>
          <p:cNvSpPr>
            <a:spLocks noGrp="1"/>
          </p:cNvSpPr>
          <p:nvPr>
            <p:ph type="dt" sz="half" idx="10"/>
          </p:nvPr>
        </p:nvSpPr>
        <p:spPr/>
        <p:txBody>
          <a:bodyPr/>
          <a:lstStyle/>
          <a:p>
            <a:fld id="{53A0A8FF-6F63-4B1D-97F1-589D078B0311}" type="datetimeFigureOut">
              <a:rPr lang="ko-KR" altLang="en-US" smtClean="0"/>
              <a:t>2025-06-05</a:t>
            </a:fld>
            <a:endParaRPr lang="ko-KR" altLang="en-US"/>
          </a:p>
        </p:txBody>
      </p:sp>
      <p:sp>
        <p:nvSpPr>
          <p:cNvPr id="6" name="바닥글 개체 틀 5">
            <a:extLst>
              <a:ext uri="{FF2B5EF4-FFF2-40B4-BE49-F238E27FC236}">
                <a16:creationId xmlns:a16="http://schemas.microsoft.com/office/drawing/2014/main" id="{612446DC-19DD-B217-28CF-7B2A3817F720}"/>
              </a:ext>
            </a:extLst>
          </p:cNvPr>
          <p:cNvSpPr>
            <a:spLocks noGrp="1"/>
          </p:cNvSpPr>
          <p:nvPr>
            <p:ph type="ftr" sz="quarter" idx="11"/>
          </p:nvPr>
        </p:nvSpPr>
        <p:spPr/>
        <p:txBody>
          <a:bodyPr/>
          <a:lstStyle/>
          <a:p>
            <a:endParaRPr lang="ko-KR" altLang="en-US"/>
          </a:p>
        </p:txBody>
      </p:sp>
      <p:sp>
        <p:nvSpPr>
          <p:cNvPr id="7" name="슬라이드 번호 개체 틀 6">
            <a:extLst>
              <a:ext uri="{FF2B5EF4-FFF2-40B4-BE49-F238E27FC236}">
                <a16:creationId xmlns:a16="http://schemas.microsoft.com/office/drawing/2014/main" id="{3BA07A99-73D4-9AB7-6B31-A1DE31CF6A65}"/>
              </a:ext>
            </a:extLst>
          </p:cNvPr>
          <p:cNvSpPr>
            <a:spLocks noGrp="1"/>
          </p:cNvSpPr>
          <p:nvPr>
            <p:ph type="sldNum" sz="quarter" idx="12"/>
          </p:nvPr>
        </p:nvSpPr>
        <p:spPr/>
        <p:txBody>
          <a:bodyPr/>
          <a:lstStyle/>
          <a:p>
            <a:fld id="{153ACFAB-164F-48BB-ADE2-0F8E6C4E77DA}" type="slidenum">
              <a:rPr lang="ko-KR" altLang="en-US" smtClean="0"/>
              <a:t>‹#›</a:t>
            </a:fld>
            <a:endParaRPr lang="ko-KR" altLang="en-US"/>
          </a:p>
        </p:txBody>
      </p:sp>
    </p:spTree>
    <p:extLst>
      <p:ext uri="{BB962C8B-B14F-4D97-AF65-F5344CB8AC3E}">
        <p14:creationId xmlns:p14="http://schemas.microsoft.com/office/powerpoint/2010/main" val="287529432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캡션 있는 그림">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48AFEC8B-27DF-A25D-2A4C-D0105F51A1CF}"/>
              </a:ext>
            </a:extLst>
          </p:cNvPr>
          <p:cNvSpPr>
            <a:spLocks noGrp="1"/>
          </p:cNvSpPr>
          <p:nvPr>
            <p:ph type="title"/>
          </p:nvPr>
        </p:nvSpPr>
        <p:spPr>
          <a:xfrm>
            <a:off x="839788" y="457200"/>
            <a:ext cx="3932237" cy="1600200"/>
          </a:xfrm>
        </p:spPr>
        <p:txBody>
          <a:bodyPr anchor="b"/>
          <a:lstStyle>
            <a:lvl1pPr>
              <a:defRPr sz="3200"/>
            </a:lvl1pPr>
          </a:lstStyle>
          <a:p>
            <a:r>
              <a:rPr lang="ko-KR" altLang="en-US"/>
              <a:t>마스터 제목 스타일 편집</a:t>
            </a:r>
          </a:p>
        </p:txBody>
      </p:sp>
      <p:sp>
        <p:nvSpPr>
          <p:cNvPr id="3" name="그림 개체 틀 2">
            <a:extLst>
              <a:ext uri="{FF2B5EF4-FFF2-40B4-BE49-F238E27FC236}">
                <a16:creationId xmlns:a16="http://schemas.microsoft.com/office/drawing/2014/main" id="{CD6871B4-F2EB-9575-983D-2FA5D788883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ko-KR" altLang="en-US"/>
          </a:p>
        </p:txBody>
      </p:sp>
      <p:sp>
        <p:nvSpPr>
          <p:cNvPr id="4" name="텍스트 개체 틀 3">
            <a:extLst>
              <a:ext uri="{FF2B5EF4-FFF2-40B4-BE49-F238E27FC236}">
                <a16:creationId xmlns:a16="http://schemas.microsoft.com/office/drawing/2014/main" id="{1CF57E15-E7F1-971B-2709-C04EC33AA6E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ko-KR" altLang="en-US"/>
              <a:t>마스터 텍스트 스타일을 편집하려면 클릭</a:t>
            </a:r>
          </a:p>
        </p:txBody>
      </p:sp>
      <p:sp>
        <p:nvSpPr>
          <p:cNvPr id="5" name="날짜 개체 틀 4">
            <a:extLst>
              <a:ext uri="{FF2B5EF4-FFF2-40B4-BE49-F238E27FC236}">
                <a16:creationId xmlns:a16="http://schemas.microsoft.com/office/drawing/2014/main" id="{FF16344B-E207-0D68-28C4-6B9C81C7BABA}"/>
              </a:ext>
            </a:extLst>
          </p:cNvPr>
          <p:cNvSpPr>
            <a:spLocks noGrp="1"/>
          </p:cNvSpPr>
          <p:nvPr>
            <p:ph type="dt" sz="half" idx="10"/>
          </p:nvPr>
        </p:nvSpPr>
        <p:spPr/>
        <p:txBody>
          <a:bodyPr/>
          <a:lstStyle/>
          <a:p>
            <a:fld id="{53A0A8FF-6F63-4B1D-97F1-589D078B0311}" type="datetimeFigureOut">
              <a:rPr lang="ko-KR" altLang="en-US" smtClean="0"/>
              <a:t>2025-06-05</a:t>
            </a:fld>
            <a:endParaRPr lang="ko-KR" altLang="en-US"/>
          </a:p>
        </p:txBody>
      </p:sp>
      <p:sp>
        <p:nvSpPr>
          <p:cNvPr id="6" name="바닥글 개체 틀 5">
            <a:extLst>
              <a:ext uri="{FF2B5EF4-FFF2-40B4-BE49-F238E27FC236}">
                <a16:creationId xmlns:a16="http://schemas.microsoft.com/office/drawing/2014/main" id="{40E1B70E-3446-DF6A-06AF-210417417303}"/>
              </a:ext>
            </a:extLst>
          </p:cNvPr>
          <p:cNvSpPr>
            <a:spLocks noGrp="1"/>
          </p:cNvSpPr>
          <p:nvPr>
            <p:ph type="ftr" sz="quarter" idx="11"/>
          </p:nvPr>
        </p:nvSpPr>
        <p:spPr/>
        <p:txBody>
          <a:bodyPr/>
          <a:lstStyle/>
          <a:p>
            <a:endParaRPr lang="ko-KR" altLang="en-US"/>
          </a:p>
        </p:txBody>
      </p:sp>
      <p:sp>
        <p:nvSpPr>
          <p:cNvPr id="7" name="슬라이드 번호 개체 틀 6">
            <a:extLst>
              <a:ext uri="{FF2B5EF4-FFF2-40B4-BE49-F238E27FC236}">
                <a16:creationId xmlns:a16="http://schemas.microsoft.com/office/drawing/2014/main" id="{5C0B0221-5690-6FCE-156F-A689F8E0503B}"/>
              </a:ext>
            </a:extLst>
          </p:cNvPr>
          <p:cNvSpPr>
            <a:spLocks noGrp="1"/>
          </p:cNvSpPr>
          <p:nvPr>
            <p:ph type="sldNum" sz="quarter" idx="12"/>
          </p:nvPr>
        </p:nvSpPr>
        <p:spPr/>
        <p:txBody>
          <a:bodyPr/>
          <a:lstStyle/>
          <a:p>
            <a:fld id="{153ACFAB-164F-48BB-ADE2-0F8E6C4E77DA}" type="slidenum">
              <a:rPr lang="ko-KR" altLang="en-US" smtClean="0"/>
              <a:t>‹#›</a:t>
            </a:fld>
            <a:endParaRPr lang="ko-KR" altLang="en-US"/>
          </a:p>
        </p:txBody>
      </p:sp>
    </p:spTree>
    <p:extLst>
      <p:ext uri="{BB962C8B-B14F-4D97-AF65-F5344CB8AC3E}">
        <p14:creationId xmlns:p14="http://schemas.microsoft.com/office/powerpoint/2010/main" val="1915646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제목 및 세로 텍스트">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88BAAEEF-12C5-72CC-5A76-CC830E746C60}"/>
              </a:ext>
            </a:extLst>
          </p:cNvPr>
          <p:cNvSpPr>
            <a:spLocks noGrp="1"/>
          </p:cNvSpPr>
          <p:nvPr>
            <p:ph type="title"/>
          </p:nvPr>
        </p:nvSpPr>
        <p:spPr/>
        <p:txBody>
          <a:bodyPr/>
          <a:lstStyle/>
          <a:p>
            <a:r>
              <a:rPr lang="ko-KR" altLang="en-US"/>
              <a:t>마스터 제목 스타일 편집</a:t>
            </a:r>
          </a:p>
        </p:txBody>
      </p:sp>
      <p:sp>
        <p:nvSpPr>
          <p:cNvPr id="3" name="세로 텍스트 개체 틀 2">
            <a:extLst>
              <a:ext uri="{FF2B5EF4-FFF2-40B4-BE49-F238E27FC236}">
                <a16:creationId xmlns:a16="http://schemas.microsoft.com/office/drawing/2014/main" id="{EA430652-26A8-E79A-17AD-21D83DA73B64}"/>
              </a:ext>
            </a:extLst>
          </p:cNvPr>
          <p:cNvSpPr>
            <a:spLocks noGrp="1"/>
          </p:cNvSpPr>
          <p:nvPr>
            <p:ph type="body" orient="vert" idx="1"/>
          </p:nvPr>
        </p:nvSpPr>
        <p:spPr/>
        <p:txBody>
          <a:bodyPr vert="eaVert"/>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날짜 개체 틀 3">
            <a:extLst>
              <a:ext uri="{FF2B5EF4-FFF2-40B4-BE49-F238E27FC236}">
                <a16:creationId xmlns:a16="http://schemas.microsoft.com/office/drawing/2014/main" id="{75225173-48D6-9DD9-828A-741E6D186725}"/>
              </a:ext>
            </a:extLst>
          </p:cNvPr>
          <p:cNvSpPr>
            <a:spLocks noGrp="1"/>
          </p:cNvSpPr>
          <p:nvPr>
            <p:ph type="dt" sz="half" idx="10"/>
          </p:nvPr>
        </p:nvSpPr>
        <p:spPr/>
        <p:txBody>
          <a:bodyPr/>
          <a:lstStyle/>
          <a:p>
            <a:fld id="{53A0A8FF-6F63-4B1D-97F1-589D078B0311}" type="datetimeFigureOut">
              <a:rPr lang="ko-KR" altLang="en-US" smtClean="0"/>
              <a:t>2025-06-05</a:t>
            </a:fld>
            <a:endParaRPr lang="ko-KR" altLang="en-US"/>
          </a:p>
        </p:txBody>
      </p:sp>
      <p:sp>
        <p:nvSpPr>
          <p:cNvPr id="5" name="바닥글 개체 틀 4">
            <a:extLst>
              <a:ext uri="{FF2B5EF4-FFF2-40B4-BE49-F238E27FC236}">
                <a16:creationId xmlns:a16="http://schemas.microsoft.com/office/drawing/2014/main" id="{EAFC2D09-8FE3-4F0D-79CB-33737E1A98A2}"/>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3AA4D61B-992C-C886-3D79-66C228553B1F}"/>
              </a:ext>
            </a:extLst>
          </p:cNvPr>
          <p:cNvSpPr>
            <a:spLocks noGrp="1"/>
          </p:cNvSpPr>
          <p:nvPr>
            <p:ph type="sldNum" sz="quarter" idx="12"/>
          </p:nvPr>
        </p:nvSpPr>
        <p:spPr/>
        <p:txBody>
          <a:bodyPr/>
          <a:lstStyle/>
          <a:p>
            <a:fld id="{153ACFAB-164F-48BB-ADE2-0F8E6C4E77DA}" type="slidenum">
              <a:rPr lang="ko-KR" altLang="en-US" smtClean="0"/>
              <a:t>‹#›</a:t>
            </a:fld>
            <a:endParaRPr lang="ko-KR" altLang="en-US"/>
          </a:p>
        </p:txBody>
      </p:sp>
    </p:spTree>
    <p:extLst>
      <p:ext uri="{BB962C8B-B14F-4D97-AF65-F5344CB8AC3E}">
        <p14:creationId xmlns:p14="http://schemas.microsoft.com/office/powerpoint/2010/main" val="55170420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세로 제목 및 텍스트">
    <p:spTree>
      <p:nvGrpSpPr>
        <p:cNvPr id="1" name=""/>
        <p:cNvGrpSpPr/>
        <p:nvPr/>
      </p:nvGrpSpPr>
      <p:grpSpPr>
        <a:xfrm>
          <a:off x="0" y="0"/>
          <a:ext cx="0" cy="0"/>
          <a:chOff x="0" y="0"/>
          <a:chExt cx="0" cy="0"/>
        </a:xfrm>
      </p:grpSpPr>
      <p:sp>
        <p:nvSpPr>
          <p:cNvPr id="2" name="세로 제목 1">
            <a:extLst>
              <a:ext uri="{FF2B5EF4-FFF2-40B4-BE49-F238E27FC236}">
                <a16:creationId xmlns:a16="http://schemas.microsoft.com/office/drawing/2014/main" id="{B195B5A3-1E41-B159-BE9F-88EC66BC6184}"/>
              </a:ext>
            </a:extLst>
          </p:cNvPr>
          <p:cNvSpPr>
            <a:spLocks noGrp="1"/>
          </p:cNvSpPr>
          <p:nvPr>
            <p:ph type="title" orient="vert"/>
          </p:nvPr>
        </p:nvSpPr>
        <p:spPr>
          <a:xfrm>
            <a:off x="8724900" y="365125"/>
            <a:ext cx="2628900" cy="5811838"/>
          </a:xfrm>
        </p:spPr>
        <p:txBody>
          <a:bodyPr vert="eaVert"/>
          <a:lstStyle/>
          <a:p>
            <a:r>
              <a:rPr lang="ko-KR" altLang="en-US"/>
              <a:t>마스터 제목 스타일 편집</a:t>
            </a:r>
          </a:p>
        </p:txBody>
      </p:sp>
      <p:sp>
        <p:nvSpPr>
          <p:cNvPr id="3" name="세로 텍스트 개체 틀 2">
            <a:extLst>
              <a:ext uri="{FF2B5EF4-FFF2-40B4-BE49-F238E27FC236}">
                <a16:creationId xmlns:a16="http://schemas.microsoft.com/office/drawing/2014/main" id="{EF231008-E08C-D7C1-3310-F792270AEDAB}"/>
              </a:ext>
            </a:extLst>
          </p:cNvPr>
          <p:cNvSpPr>
            <a:spLocks noGrp="1"/>
          </p:cNvSpPr>
          <p:nvPr>
            <p:ph type="body" orient="vert" idx="1"/>
          </p:nvPr>
        </p:nvSpPr>
        <p:spPr>
          <a:xfrm>
            <a:off x="838200" y="365125"/>
            <a:ext cx="7734300" cy="5811838"/>
          </a:xfrm>
        </p:spPr>
        <p:txBody>
          <a:bodyPr vert="eaVert"/>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날짜 개체 틀 3">
            <a:extLst>
              <a:ext uri="{FF2B5EF4-FFF2-40B4-BE49-F238E27FC236}">
                <a16:creationId xmlns:a16="http://schemas.microsoft.com/office/drawing/2014/main" id="{CA9AACEB-160D-4666-EB4B-5BC5A5AD03FE}"/>
              </a:ext>
            </a:extLst>
          </p:cNvPr>
          <p:cNvSpPr>
            <a:spLocks noGrp="1"/>
          </p:cNvSpPr>
          <p:nvPr>
            <p:ph type="dt" sz="half" idx="10"/>
          </p:nvPr>
        </p:nvSpPr>
        <p:spPr/>
        <p:txBody>
          <a:bodyPr/>
          <a:lstStyle/>
          <a:p>
            <a:fld id="{53A0A8FF-6F63-4B1D-97F1-589D078B0311}" type="datetimeFigureOut">
              <a:rPr lang="ko-KR" altLang="en-US" smtClean="0"/>
              <a:t>2025-06-05</a:t>
            </a:fld>
            <a:endParaRPr lang="ko-KR" altLang="en-US"/>
          </a:p>
        </p:txBody>
      </p:sp>
      <p:sp>
        <p:nvSpPr>
          <p:cNvPr id="5" name="바닥글 개체 틀 4">
            <a:extLst>
              <a:ext uri="{FF2B5EF4-FFF2-40B4-BE49-F238E27FC236}">
                <a16:creationId xmlns:a16="http://schemas.microsoft.com/office/drawing/2014/main" id="{639F408D-DA61-26F0-869D-612704D8093D}"/>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99BBFDF8-0AA1-55B8-100A-1A0D43916792}"/>
              </a:ext>
            </a:extLst>
          </p:cNvPr>
          <p:cNvSpPr>
            <a:spLocks noGrp="1"/>
          </p:cNvSpPr>
          <p:nvPr>
            <p:ph type="sldNum" sz="quarter" idx="12"/>
          </p:nvPr>
        </p:nvSpPr>
        <p:spPr/>
        <p:txBody>
          <a:bodyPr/>
          <a:lstStyle/>
          <a:p>
            <a:fld id="{153ACFAB-164F-48BB-ADE2-0F8E6C4E77DA}" type="slidenum">
              <a:rPr lang="ko-KR" altLang="en-US" smtClean="0"/>
              <a:t>‹#›</a:t>
            </a:fld>
            <a:endParaRPr lang="ko-KR" altLang="en-US"/>
          </a:p>
        </p:txBody>
      </p:sp>
    </p:spTree>
    <p:extLst>
      <p:ext uri="{BB962C8B-B14F-4D97-AF65-F5344CB8AC3E}">
        <p14:creationId xmlns:p14="http://schemas.microsoft.com/office/powerpoint/2010/main" val="273085687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제목 개체 틀 1">
            <a:extLst>
              <a:ext uri="{FF2B5EF4-FFF2-40B4-BE49-F238E27FC236}">
                <a16:creationId xmlns:a16="http://schemas.microsoft.com/office/drawing/2014/main" id="{2366E73E-6B75-92BE-1649-7F0DD3464A6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ko-KR" altLang="en-US"/>
              <a:t>마스터 제목 스타일 편집</a:t>
            </a:r>
          </a:p>
        </p:txBody>
      </p:sp>
      <p:sp>
        <p:nvSpPr>
          <p:cNvPr id="3" name="텍스트 개체 틀 2">
            <a:extLst>
              <a:ext uri="{FF2B5EF4-FFF2-40B4-BE49-F238E27FC236}">
                <a16:creationId xmlns:a16="http://schemas.microsoft.com/office/drawing/2014/main" id="{56503A93-B9A5-508F-C50C-66120C3C492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날짜 개체 틀 3">
            <a:extLst>
              <a:ext uri="{FF2B5EF4-FFF2-40B4-BE49-F238E27FC236}">
                <a16:creationId xmlns:a16="http://schemas.microsoft.com/office/drawing/2014/main" id="{9AA40389-31D0-D418-64D9-CE685C72F7F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53A0A8FF-6F63-4B1D-97F1-589D078B0311}" type="datetimeFigureOut">
              <a:rPr lang="ko-KR" altLang="en-US" smtClean="0"/>
              <a:t>2025-06-05</a:t>
            </a:fld>
            <a:endParaRPr lang="ko-KR" altLang="en-US"/>
          </a:p>
        </p:txBody>
      </p:sp>
      <p:sp>
        <p:nvSpPr>
          <p:cNvPr id="5" name="바닥글 개체 틀 4">
            <a:extLst>
              <a:ext uri="{FF2B5EF4-FFF2-40B4-BE49-F238E27FC236}">
                <a16:creationId xmlns:a16="http://schemas.microsoft.com/office/drawing/2014/main" id="{8C242AE4-61AB-8AA9-547A-A856F63AE5F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ko-KR" altLang="en-US"/>
          </a:p>
        </p:txBody>
      </p:sp>
      <p:sp>
        <p:nvSpPr>
          <p:cNvPr id="6" name="슬라이드 번호 개체 틀 5">
            <a:extLst>
              <a:ext uri="{FF2B5EF4-FFF2-40B4-BE49-F238E27FC236}">
                <a16:creationId xmlns:a16="http://schemas.microsoft.com/office/drawing/2014/main" id="{E6E57222-F61F-18F6-A6DE-0BB892D8B64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153ACFAB-164F-48BB-ADE2-0F8E6C4E77DA}" type="slidenum">
              <a:rPr lang="ko-KR" altLang="en-US" smtClean="0"/>
              <a:t>‹#›</a:t>
            </a:fld>
            <a:endParaRPr lang="ko-KR" altLang="en-US"/>
          </a:p>
        </p:txBody>
      </p:sp>
    </p:spTree>
    <p:extLst>
      <p:ext uri="{BB962C8B-B14F-4D97-AF65-F5344CB8AC3E}">
        <p14:creationId xmlns:p14="http://schemas.microsoft.com/office/powerpoint/2010/main" val="104870452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1"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1"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1"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1"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9.emf"/><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6.xml.rels><?xml version="1.0" encoding="UTF-8" standalone="yes"?>
<Relationships xmlns="http://schemas.openxmlformats.org/package/2006/relationships"><Relationship Id="rId2" Type="http://schemas.openxmlformats.org/officeDocument/2006/relationships/image" Target="../media/image11.emf"/><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8" Type="http://schemas.openxmlformats.org/officeDocument/2006/relationships/image" Target="../media/image101.png"/><Relationship Id="rId3" Type="http://schemas.openxmlformats.org/officeDocument/2006/relationships/image" Target="../media/image51.png"/><Relationship Id="rId7" Type="http://schemas.openxmlformats.org/officeDocument/2006/relationships/image" Target="../media/image91.png"/><Relationship Id="rId12" Type="http://schemas.openxmlformats.org/officeDocument/2006/relationships/image" Target="../media/image100.png"/><Relationship Id="rId2" Type="http://schemas.openxmlformats.org/officeDocument/2006/relationships/image" Target="../media/image40.png"/><Relationship Id="rId1" Type="http://schemas.openxmlformats.org/officeDocument/2006/relationships/slideLayout" Target="../slideLayouts/slideLayout2.xml"/><Relationship Id="rId6" Type="http://schemas.openxmlformats.org/officeDocument/2006/relationships/image" Target="../media/image80.png"/><Relationship Id="rId11" Type="http://schemas.openxmlformats.org/officeDocument/2006/relationships/image" Target="../media/image90.png"/><Relationship Id="rId5" Type="http://schemas.openxmlformats.org/officeDocument/2006/relationships/image" Target="../media/image70.png"/><Relationship Id="rId10" Type="http://schemas.openxmlformats.org/officeDocument/2006/relationships/image" Target="../media/image6.png"/><Relationship Id="rId4" Type="http://schemas.openxmlformats.org/officeDocument/2006/relationships/image" Target="../media/image61.png"/><Relationship Id="rId9" Type="http://schemas.openxmlformats.org/officeDocument/2006/relationships/image" Target="../media/image110.png"/></Relationships>
</file>

<file path=ppt/slides/_rels/slide25.xml.rels><?xml version="1.0" encoding="UTF-8" standalone="yes"?>
<Relationships xmlns="http://schemas.openxmlformats.org/package/2006/relationships"><Relationship Id="rId3" Type="http://schemas.openxmlformats.org/officeDocument/2006/relationships/image" Target="../media/image300.png"/><Relationship Id="rId7" Type="http://schemas.openxmlformats.org/officeDocument/2006/relationships/image" Target="../media/image7.png"/><Relationship Id="rId1" Type="http://schemas.openxmlformats.org/officeDocument/2006/relationships/slideLayout" Target="../slideLayouts/slideLayout1.xml"/><Relationship Id="rId6" Type="http://schemas.openxmlformats.org/officeDocument/2006/relationships/image" Target="../media/image60.png"/><Relationship Id="rId5" Type="http://schemas.openxmlformats.org/officeDocument/2006/relationships/image" Target="../media/image50.png"/><Relationship Id="rId4" Type="http://schemas.openxmlformats.org/officeDocument/2006/relationships/image" Target="../media/image210.png"/></Relationships>
</file>

<file path=ppt/slides/_rels/slide26.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31.png"/><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2.xml"/><Relationship Id="rId5" Type="http://schemas.openxmlformats.org/officeDocument/2006/relationships/image" Target="../media/image36.jpeg"/><Relationship Id="rId4" Type="http://schemas.openxmlformats.org/officeDocument/2006/relationships/image" Target="../media/image35.jpeg"/></Relationships>
</file>

<file path=ppt/slides/_rels/slide31.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2.xml"/><Relationship Id="rId4" Type="http://schemas.openxmlformats.org/officeDocument/2006/relationships/image" Target="../media/image39.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1B045469-F5B0-C453-E456-FE5AADEF311E}"/>
              </a:ext>
            </a:extLst>
          </p:cNvPr>
          <p:cNvSpPr>
            <a:spLocks noGrp="1"/>
          </p:cNvSpPr>
          <p:nvPr>
            <p:ph type="ctrTitle"/>
          </p:nvPr>
        </p:nvSpPr>
        <p:spPr/>
        <p:txBody>
          <a:bodyPr/>
          <a:lstStyle/>
          <a:p>
            <a:endParaRPr lang="ko-KR" altLang="en-US"/>
          </a:p>
        </p:txBody>
      </p:sp>
      <p:sp>
        <p:nvSpPr>
          <p:cNvPr id="3" name="부제목 2">
            <a:extLst>
              <a:ext uri="{FF2B5EF4-FFF2-40B4-BE49-F238E27FC236}">
                <a16:creationId xmlns:a16="http://schemas.microsoft.com/office/drawing/2014/main" id="{5F919804-26E1-5820-5F27-67B781374DD5}"/>
              </a:ext>
            </a:extLst>
          </p:cNvPr>
          <p:cNvSpPr>
            <a:spLocks noGrp="1"/>
          </p:cNvSpPr>
          <p:nvPr>
            <p:ph type="subTitle" idx="1"/>
          </p:nvPr>
        </p:nvSpPr>
        <p:spPr/>
        <p:txBody>
          <a:bodyPr/>
          <a:lstStyle/>
          <a:p>
            <a:endParaRPr lang="ko-KR" altLang="en-US"/>
          </a:p>
        </p:txBody>
      </p:sp>
    </p:spTree>
    <p:extLst>
      <p:ext uri="{BB962C8B-B14F-4D97-AF65-F5344CB8AC3E}">
        <p14:creationId xmlns:p14="http://schemas.microsoft.com/office/powerpoint/2010/main" val="330226096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E12C4436-198F-82A6-25B5-56F62E37B3E1}"/>
              </a:ext>
            </a:extLst>
          </p:cNvPr>
          <p:cNvSpPr>
            <a:spLocks noGrp="1"/>
          </p:cNvSpPr>
          <p:nvPr>
            <p:ph type="title"/>
          </p:nvPr>
        </p:nvSpPr>
        <p:spPr/>
        <p:txBody>
          <a:bodyPr/>
          <a:lstStyle/>
          <a:p>
            <a:endParaRPr lang="ko-KR" altLang="en-US"/>
          </a:p>
        </p:txBody>
      </p:sp>
      <p:sp>
        <p:nvSpPr>
          <p:cNvPr id="3" name="내용 개체 틀 2">
            <a:extLst>
              <a:ext uri="{FF2B5EF4-FFF2-40B4-BE49-F238E27FC236}">
                <a16:creationId xmlns:a16="http://schemas.microsoft.com/office/drawing/2014/main" id="{84D3A34B-45BB-EA74-ADCF-D125DD370159}"/>
              </a:ext>
            </a:extLst>
          </p:cNvPr>
          <p:cNvSpPr>
            <a:spLocks noGrp="1"/>
          </p:cNvSpPr>
          <p:nvPr>
            <p:ph idx="1"/>
          </p:nvPr>
        </p:nvSpPr>
        <p:spPr/>
        <p:txBody>
          <a:bodyPr>
            <a:normAutofit fontScale="85000" lnSpcReduction="20000"/>
          </a:bodyPr>
          <a:lstStyle/>
          <a:p>
            <a:r>
              <a:rPr lang="en-US" altLang="ko-KR" dirty="0" err="1"/>
              <a:t>Deproach</a:t>
            </a:r>
            <a:r>
              <a:rPr lang="en-US" altLang="ko-KR" dirty="0"/>
              <a:t> concept in general </a:t>
            </a:r>
          </a:p>
          <a:p>
            <a:r>
              <a:rPr lang="en-US" altLang="ko-KR" dirty="0"/>
              <a:t>In need of flight simulator </a:t>
            </a:r>
          </a:p>
          <a:p>
            <a:pPr lvl="1"/>
            <a:r>
              <a:rPr lang="en-US" altLang="ko-KR" dirty="0"/>
              <a:t>MS flight simulator?</a:t>
            </a:r>
          </a:p>
          <a:p>
            <a:r>
              <a:rPr lang="en-US" altLang="ko-KR" dirty="0"/>
              <a:t>FAF-VP leg</a:t>
            </a:r>
          </a:p>
          <a:p>
            <a:pPr lvl="1"/>
            <a:r>
              <a:rPr lang="en-US" altLang="ko-KR" dirty="0"/>
              <a:t>Simplified case</a:t>
            </a:r>
          </a:p>
          <a:p>
            <a:r>
              <a:rPr lang="en-US" altLang="ko-KR" dirty="0"/>
              <a:t>OLS</a:t>
            </a:r>
          </a:p>
          <a:p>
            <a:pPr lvl="1"/>
            <a:r>
              <a:rPr lang="en-US" altLang="ko-KR" dirty="0"/>
              <a:t>Angle, shape</a:t>
            </a:r>
          </a:p>
          <a:p>
            <a:r>
              <a:rPr lang="en-US" altLang="ko-KR" dirty="0"/>
              <a:t>POI</a:t>
            </a:r>
          </a:p>
          <a:p>
            <a:pPr lvl="1"/>
            <a:r>
              <a:rPr lang="en-US" altLang="ko-KR" dirty="0"/>
              <a:t>Train station, </a:t>
            </a:r>
            <a:r>
              <a:rPr lang="en-US" altLang="ko-KR" dirty="0" err="1"/>
              <a:t>etc</a:t>
            </a:r>
            <a:r>
              <a:rPr lang="en-US" altLang="ko-KR" dirty="0"/>
              <a:t> … </a:t>
            </a:r>
          </a:p>
          <a:p>
            <a:r>
              <a:rPr lang="en-US" altLang="ko-KR" dirty="0"/>
              <a:t>Further consideration </a:t>
            </a:r>
          </a:p>
          <a:p>
            <a:pPr lvl="1"/>
            <a:r>
              <a:rPr lang="en-US" altLang="ko-KR" dirty="0"/>
              <a:t>MAP procedure -&gt; noise, </a:t>
            </a:r>
            <a:r>
              <a:rPr lang="en-US" altLang="ko-KR" dirty="0" err="1"/>
              <a:t>bdg</a:t>
            </a:r>
            <a:endParaRPr lang="en-US" altLang="ko-KR" dirty="0"/>
          </a:p>
          <a:p>
            <a:pPr lvl="1"/>
            <a:r>
              <a:rPr lang="en-US" altLang="ko-KR" dirty="0"/>
              <a:t>Population data</a:t>
            </a:r>
          </a:p>
          <a:p>
            <a:pPr lvl="1"/>
            <a:r>
              <a:rPr lang="en-US" altLang="ko-KR" dirty="0"/>
              <a:t>Air right?</a:t>
            </a:r>
            <a:endParaRPr lang="ko-KR" altLang="en-US" dirty="0"/>
          </a:p>
        </p:txBody>
      </p:sp>
    </p:spTree>
    <p:extLst>
      <p:ext uri="{BB962C8B-B14F-4D97-AF65-F5344CB8AC3E}">
        <p14:creationId xmlns:p14="http://schemas.microsoft.com/office/powerpoint/2010/main" val="118600869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타원 3">
            <a:extLst>
              <a:ext uri="{FF2B5EF4-FFF2-40B4-BE49-F238E27FC236}">
                <a16:creationId xmlns:a16="http://schemas.microsoft.com/office/drawing/2014/main" id="{2EB48FD7-64BA-0823-1499-42385E06A47E}"/>
              </a:ext>
            </a:extLst>
          </p:cNvPr>
          <p:cNvSpPr/>
          <p:nvPr/>
        </p:nvSpPr>
        <p:spPr>
          <a:xfrm>
            <a:off x="1098011" y="2227120"/>
            <a:ext cx="2199860" cy="2199860"/>
          </a:xfrm>
          <a:prstGeom prst="ellipse">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 name="타원 4">
            <a:extLst>
              <a:ext uri="{FF2B5EF4-FFF2-40B4-BE49-F238E27FC236}">
                <a16:creationId xmlns:a16="http://schemas.microsoft.com/office/drawing/2014/main" id="{60E765CC-58C1-878D-F600-7196A70D622A}"/>
              </a:ext>
            </a:extLst>
          </p:cNvPr>
          <p:cNvSpPr/>
          <p:nvPr/>
        </p:nvSpPr>
        <p:spPr>
          <a:xfrm>
            <a:off x="784622" y="1927222"/>
            <a:ext cx="2826159" cy="2826159"/>
          </a:xfrm>
          <a:prstGeom prst="ellipse">
            <a:avLst/>
          </a:prstGeom>
          <a:noFill/>
          <a:ln w="12700">
            <a:solidFill>
              <a:schemeClr val="tx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6" name="타원 5">
            <a:extLst>
              <a:ext uri="{FF2B5EF4-FFF2-40B4-BE49-F238E27FC236}">
                <a16:creationId xmlns:a16="http://schemas.microsoft.com/office/drawing/2014/main" id="{984AEF60-C2D1-61E2-BB89-912DF23118E3}"/>
              </a:ext>
            </a:extLst>
          </p:cNvPr>
          <p:cNvSpPr/>
          <p:nvPr/>
        </p:nvSpPr>
        <p:spPr>
          <a:xfrm>
            <a:off x="377132" y="1533902"/>
            <a:ext cx="3627305" cy="3627305"/>
          </a:xfrm>
          <a:prstGeom prst="ellipse">
            <a:avLst/>
          </a:prstGeom>
          <a:noFill/>
          <a:ln w="12700">
            <a:solidFill>
              <a:schemeClr val="tx1"/>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7" name="TextBox 6">
            <a:extLst>
              <a:ext uri="{FF2B5EF4-FFF2-40B4-BE49-F238E27FC236}">
                <a16:creationId xmlns:a16="http://schemas.microsoft.com/office/drawing/2014/main" id="{F79B987B-1D72-7B7D-08A5-096719ADED96}"/>
              </a:ext>
            </a:extLst>
          </p:cNvPr>
          <p:cNvSpPr txBox="1"/>
          <p:nvPr/>
        </p:nvSpPr>
        <p:spPr>
          <a:xfrm>
            <a:off x="1642340" y="2021904"/>
            <a:ext cx="1138874" cy="276999"/>
          </a:xfrm>
          <a:prstGeom prst="rect">
            <a:avLst/>
          </a:prstGeom>
          <a:noFill/>
        </p:spPr>
        <p:txBody>
          <a:bodyPr wrap="square" rtlCol="0">
            <a:spAutoFit/>
          </a:bodyPr>
          <a:lstStyle/>
          <a:p>
            <a:pPr algn="ctr"/>
            <a:r>
              <a:rPr lang="en-US" altLang="ko-KR" sz="1200" dirty="0">
                <a:latin typeface="AppleSDGothicNeoM00" panose="02000503000000000000" pitchFamily="2" charset="-127"/>
                <a:ea typeface="AppleSDGothicNeoM00" panose="02000503000000000000" pitchFamily="2" charset="-127"/>
              </a:rPr>
              <a:t>Inner ring </a:t>
            </a:r>
            <a:endParaRPr lang="ko-KR" altLang="en-US" sz="1200" dirty="0">
              <a:latin typeface="AppleSDGothicNeoM00" panose="02000503000000000000" pitchFamily="2" charset="-127"/>
              <a:ea typeface="AppleSDGothicNeoM00" panose="02000503000000000000" pitchFamily="2" charset="-127"/>
            </a:endParaRPr>
          </a:p>
        </p:txBody>
      </p:sp>
      <p:sp>
        <p:nvSpPr>
          <p:cNvPr id="8" name="TextBox 7">
            <a:extLst>
              <a:ext uri="{FF2B5EF4-FFF2-40B4-BE49-F238E27FC236}">
                <a16:creationId xmlns:a16="http://schemas.microsoft.com/office/drawing/2014/main" id="{A05E3C6A-70FD-F6AA-5830-D2B7D35D8C4D}"/>
              </a:ext>
            </a:extLst>
          </p:cNvPr>
          <p:cNvSpPr txBox="1"/>
          <p:nvPr/>
        </p:nvSpPr>
        <p:spPr>
          <a:xfrm>
            <a:off x="1466560" y="1334492"/>
            <a:ext cx="1432812" cy="276999"/>
          </a:xfrm>
          <a:prstGeom prst="rect">
            <a:avLst/>
          </a:prstGeom>
          <a:noFill/>
        </p:spPr>
        <p:txBody>
          <a:bodyPr wrap="square" rtlCol="0">
            <a:spAutoFit/>
          </a:bodyPr>
          <a:lstStyle/>
          <a:p>
            <a:pPr algn="ctr"/>
            <a:r>
              <a:rPr lang="en-US" altLang="ko-KR" sz="1200" dirty="0">
                <a:latin typeface="AppleSDGothicNeoM00" panose="02000503000000000000" pitchFamily="2" charset="-127"/>
                <a:ea typeface="AppleSDGothicNeoM00" panose="02000503000000000000" pitchFamily="2" charset="-127"/>
              </a:rPr>
              <a:t>Outer ring </a:t>
            </a:r>
            <a:endParaRPr lang="ko-KR" altLang="en-US" sz="1200" dirty="0">
              <a:latin typeface="AppleSDGothicNeoM00" panose="02000503000000000000" pitchFamily="2" charset="-127"/>
              <a:ea typeface="AppleSDGothicNeoM00" panose="02000503000000000000" pitchFamily="2" charset="-127"/>
            </a:endParaRPr>
          </a:p>
        </p:txBody>
      </p:sp>
      <p:sp>
        <p:nvSpPr>
          <p:cNvPr id="9" name="TextBox 8">
            <a:extLst>
              <a:ext uri="{FF2B5EF4-FFF2-40B4-BE49-F238E27FC236}">
                <a16:creationId xmlns:a16="http://schemas.microsoft.com/office/drawing/2014/main" id="{7B36763B-C397-8969-10C0-C222BE29F835}"/>
              </a:ext>
            </a:extLst>
          </p:cNvPr>
          <p:cNvSpPr txBox="1"/>
          <p:nvPr/>
        </p:nvSpPr>
        <p:spPr>
          <a:xfrm>
            <a:off x="1973412" y="3147042"/>
            <a:ext cx="467472" cy="215444"/>
          </a:xfrm>
          <a:prstGeom prst="rect">
            <a:avLst/>
          </a:prstGeom>
          <a:noFill/>
        </p:spPr>
        <p:txBody>
          <a:bodyPr wrap="square" rtlCol="0">
            <a:spAutoFit/>
          </a:bodyPr>
          <a:lstStyle/>
          <a:p>
            <a:pPr algn="ctr"/>
            <a:r>
              <a:rPr lang="en-US" altLang="ko-KR" sz="800" dirty="0">
                <a:solidFill>
                  <a:srgbClr val="3101FF"/>
                </a:solidFill>
                <a:latin typeface="AppleSDGothicNeoM00" panose="02000503000000000000" pitchFamily="2" charset="-127"/>
                <a:ea typeface="AppleSDGothicNeoM00" panose="02000503000000000000" pitchFamily="2" charset="-127"/>
              </a:rPr>
              <a:t>FATO</a:t>
            </a:r>
            <a:endParaRPr lang="ko-KR" altLang="en-US" sz="800" dirty="0">
              <a:solidFill>
                <a:srgbClr val="3101FF"/>
              </a:solidFill>
              <a:latin typeface="AppleSDGothicNeoM00" panose="02000503000000000000" pitchFamily="2" charset="-127"/>
              <a:ea typeface="AppleSDGothicNeoM00" panose="02000503000000000000" pitchFamily="2" charset="-127"/>
            </a:endParaRPr>
          </a:p>
        </p:txBody>
      </p:sp>
      <p:sp>
        <p:nvSpPr>
          <p:cNvPr id="10" name="TextBox 9">
            <a:extLst>
              <a:ext uri="{FF2B5EF4-FFF2-40B4-BE49-F238E27FC236}">
                <a16:creationId xmlns:a16="http://schemas.microsoft.com/office/drawing/2014/main" id="{BC15F413-B661-C056-CCEF-B0EA67ED497D}"/>
              </a:ext>
            </a:extLst>
          </p:cNvPr>
          <p:cNvSpPr txBox="1"/>
          <p:nvPr/>
        </p:nvSpPr>
        <p:spPr>
          <a:xfrm>
            <a:off x="2449605" y="3139497"/>
            <a:ext cx="519459" cy="230832"/>
          </a:xfrm>
          <a:prstGeom prst="rect">
            <a:avLst/>
          </a:prstGeom>
          <a:noFill/>
        </p:spPr>
        <p:txBody>
          <a:bodyPr wrap="square" rtlCol="0">
            <a:spAutoFit/>
          </a:bodyPr>
          <a:lstStyle/>
          <a:p>
            <a:pPr algn="ctr"/>
            <a:r>
              <a:rPr lang="en-US" altLang="ko-KR" sz="900" dirty="0">
                <a:latin typeface="AppleSDGothicNeoM00" panose="02000503000000000000" pitchFamily="2" charset="-127"/>
                <a:ea typeface="AppleSDGothicNeoM00" panose="02000503000000000000" pitchFamily="2" charset="-127"/>
              </a:rPr>
              <a:t>leg 3</a:t>
            </a:r>
            <a:endParaRPr lang="ko-KR" altLang="en-US" sz="900" dirty="0">
              <a:latin typeface="AppleSDGothicNeoM00" panose="02000503000000000000" pitchFamily="2" charset="-127"/>
              <a:ea typeface="AppleSDGothicNeoM00" panose="02000503000000000000" pitchFamily="2" charset="-127"/>
            </a:endParaRPr>
          </a:p>
        </p:txBody>
      </p:sp>
      <p:sp>
        <p:nvSpPr>
          <p:cNvPr id="11" name="TextBox 10">
            <a:extLst>
              <a:ext uri="{FF2B5EF4-FFF2-40B4-BE49-F238E27FC236}">
                <a16:creationId xmlns:a16="http://schemas.microsoft.com/office/drawing/2014/main" id="{F45D3D44-F37F-3A69-281A-60DE37ACF88D}"/>
              </a:ext>
            </a:extLst>
          </p:cNvPr>
          <p:cNvSpPr txBox="1"/>
          <p:nvPr/>
        </p:nvSpPr>
        <p:spPr>
          <a:xfrm rot="3211449">
            <a:off x="3550906" y="3335601"/>
            <a:ext cx="435486" cy="230832"/>
          </a:xfrm>
          <a:prstGeom prst="rect">
            <a:avLst/>
          </a:prstGeom>
          <a:noFill/>
        </p:spPr>
        <p:txBody>
          <a:bodyPr wrap="square" rtlCol="0">
            <a:spAutoFit/>
          </a:bodyPr>
          <a:lstStyle/>
          <a:p>
            <a:pPr algn="ctr"/>
            <a:r>
              <a:rPr lang="en-US" altLang="ko-KR" sz="900" dirty="0">
                <a:latin typeface="AppleSDGothicNeoM00" panose="02000503000000000000" pitchFamily="2" charset="-127"/>
                <a:ea typeface="AppleSDGothicNeoM00" panose="02000503000000000000" pitchFamily="2" charset="-127"/>
              </a:rPr>
              <a:t>leg 2</a:t>
            </a:r>
            <a:endParaRPr lang="ko-KR" altLang="en-US" sz="900" dirty="0">
              <a:latin typeface="AppleSDGothicNeoM00" panose="02000503000000000000" pitchFamily="2" charset="-127"/>
              <a:ea typeface="AppleSDGothicNeoM00" panose="02000503000000000000" pitchFamily="2" charset="-127"/>
            </a:endParaRPr>
          </a:p>
        </p:txBody>
      </p:sp>
      <p:sp>
        <p:nvSpPr>
          <p:cNvPr id="12" name="TextBox 11">
            <a:extLst>
              <a:ext uri="{FF2B5EF4-FFF2-40B4-BE49-F238E27FC236}">
                <a16:creationId xmlns:a16="http://schemas.microsoft.com/office/drawing/2014/main" id="{E1D4001C-E9A8-A80C-9554-41CE8FB5C752}"/>
              </a:ext>
            </a:extLst>
          </p:cNvPr>
          <p:cNvSpPr txBox="1"/>
          <p:nvPr/>
        </p:nvSpPr>
        <p:spPr>
          <a:xfrm rot="18506449">
            <a:off x="3524889" y="4388667"/>
            <a:ext cx="468771" cy="230832"/>
          </a:xfrm>
          <a:prstGeom prst="rect">
            <a:avLst/>
          </a:prstGeom>
          <a:noFill/>
        </p:spPr>
        <p:txBody>
          <a:bodyPr wrap="square" rtlCol="0">
            <a:spAutoFit/>
          </a:bodyPr>
          <a:lstStyle/>
          <a:p>
            <a:pPr algn="ctr"/>
            <a:r>
              <a:rPr lang="en-US" altLang="ko-KR" sz="900" dirty="0">
                <a:latin typeface="AppleSDGothicNeoM00" panose="02000503000000000000" pitchFamily="2" charset="-127"/>
                <a:ea typeface="AppleSDGothicNeoM00" panose="02000503000000000000" pitchFamily="2" charset="-127"/>
              </a:rPr>
              <a:t>leg 1</a:t>
            </a:r>
            <a:endParaRPr lang="ko-KR" altLang="en-US" sz="900" dirty="0">
              <a:latin typeface="AppleSDGothicNeoM00" panose="02000503000000000000" pitchFamily="2" charset="-127"/>
              <a:ea typeface="AppleSDGothicNeoM00" panose="02000503000000000000" pitchFamily="2" charset="-127"/>
            </a:endParaRPr>
          </a:p>
        </p:txBody>
      </p:sp>
      <p:sp>
        <p:nvSpPr>
          <p:cNvPr id="13" name="원호 12">
            <a:extLst>
              <a:ext uri="{FF2B5EF4-FFF2-40B4-BE49-F238E27FC236}">
                <a16:creationId xmlns:a16="http://schemas.microsoft.com/office/drawing/2014/main" id="{7E115C7B-C726-A121-AD03-173E2072ABF0}"/>
              </a:ext>
            </a:extLst>
          </p:cNvPr>
          <p:cNvSpPr/>
          <p:nvPr/>
        </p:nvSpPr>
        <p:spPr>
          <a:xfrm rot="5400000">
            <a:off x="381970" y="1538744"/>
            <a:ext cx="3646144" cy="3598788"/>
          </a:xfrm>
          <a:prstGeom prst="arc">
            <a:avLst>
              <a:gd name="adj1" fmla="val 17606385"/>
              <a:gd name="adj2" fmla="val 19030461"/>
            </a:avLst>
          </a:prstGeom>
          <a:noFill/>
          <a:ln w="127000">
            <a:solidFill>
              <a:schemeClr val="accent2">
                <a:alpha val="47000"/>
              </a:schemeClr>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ko-KR" altLang="en-US" dirty="0">
              <a:highlight>
                <a:srgbClr val="FF0000"/>
              </a:highlight>
            </a:endParaRPr>
          </a:p>
        </p:txBody>
      </p:sp>
      <p:cxnSp>
        <p:nvCxnSpPr>
          <p:cNvPr id="14" name="직선 연결선 13">
            <a:extLst>
              <a:ext uri="{FF2B5EF4-FFF2-40B4-BE49-F238E27FC236}">
                <a16:creationId xmlns:a16="http://schemas.microsoft.com/office/drawing/2014/main" id="{E89806CC-2D1D-AC5A-4B7E-8AB0CCC7A237}"/>
              </a:ext>
            </a:extLst>
          </p:cNvPr>
          <p:cNvCxnSpPr>
            <a:cxnSpLocks/>
          </p:cNvCxnSpPr>
          <p:nvPr/>
        </p:nvCxnSpPr>
        <p:spPr>
          <a:xfrm>
            <a:off x="2197701" y="3324851"/>
            <a:ext cx="1090364" cy="24815"/>
          </a:xfrm>
          <a:prstGeom prst="line">
            <a:avLst/>
          </a:prstGeom>
          <a:ln w="101600">
            <a:solidFill>
              <a:srgbClr val="FFFF00">
                <a:alpha val="50000"/>
              </a:srgbClr>
            </a:solidFill>
          </a:ln>
        </p:spPr>
        <p:style>
          <a:lnRef idx="2">
            <a:schemeClr val="accent1"/>
          </a:lnRef>
          <a:fillRef idx="0">
            <a:schemeClr val="accent1"/>
          </a:fillRef>
          <a:effectRef idx="1">
            <a:schemeClr val="accent1"/>
          </a:effectRef>
          <a:fontRef idx="minor">
            <a:schemeClr val="tx1"/>
          </a:fontRef>
        </p:style>
      </p:cxnSp>
      <p:sp>
        <p:nvSpPr>
          <p:cNvPr id="15" name="원호 14">
            <a:extLst>
              <a:ext uri="{FF2B5EF4-FFF2-40B4-BE49-F238E27FC236}">
                <a16:creationId xmlns:a16="http://schemas.microsoft.com/office/drawing/2014/main" id="{BA65AE20-845F-6269-6BF8-AEE14F1EFCC4}"/>
              </a:ext>
            </a:extLst>
          </p:cNvPr>
          <p:cNvSpPr/>
          <p:nvPr/>
        </p:nvSpPr>
        <p:spPr>
          <a:xfrm>
            <a:off x="2848437" y="3354523"/>
            <a:ext cx="817806" cy="743339"/>
          </a:xfrm>
          <a:prstGeom prst="arc">
            <a:avLst>
              <a:gd name="adj1" fmla="val 16655443"/>
              <a:gd name="adj2" fmla="val 19669435"/>
            </a:avLst>
          </a:prstGeom>
          <a:ln w="101600">
            <a:solidFill>
              <a:srgbClr val="FFC000">
                <a:alpha val="50000"/>
              </a:srgbClr>
            </a:solidFill>
            <a:prstDash val="solid"/>
          </a:ln>
        </p:spPr>
        <p:style>
          <a:lnRef idx="1">
            <a:schemeClr val="dk1"/>
          </a:lnRef>
          <a:fillRef idx="0">
            <a:schemeClr val="dk1"/>
          </a:fillRef>
          <a:effectRef idx="0">
            <a:schemeClr val="dk1"/>
          </a:effectRef>
          <a:fontRef idx="minor">
            <a:schemeClr val="tx1"/>
          </a:fontRef>
        </p:style>
        <p:txBody>
          <a:bodyPr rtlCol="0" anchor="ctr"/>
          <a:lstStyle/>
          <a:p>
            <a:pPr algn="ctr"/>
            <a:endParaRPr lang="ko-KR" altLang="en-US"/>
          </a:p>
        </p:txBody>
      </p:sp>
      <p:sp>
        <p:nvSpPr>
          <p:cNvPr id="16" name="원호 15">
            <a:extLst>
              <a:ext uri="{FF2B5EF4-FFF2-40B4-BE49-F238E27FC236}">
                <a16:creationId xmlns:a16="http://schemas.microsoft.com/office/drawing/2014/main" id="{05C45D49-925E-21FF-AB85-7C108282D878}"/>
              </a:ext>
            </a:extLst>
          </p:cNvPr>
          <p:cNvSpPr/>
          <p:nvPr/>
        </p:nvSpPr>
        <p:spPr>
          <a:xfrm rot="3047426">
            <a:off x="918903" y="2954508"/>
            <a:ext cx="3000144" cy="3000144"/>
          </a:xfrm>
          <a:prstGeom prst="arc">
            <a:avLst>
              <a:gd name="adj1" fmla="val 16209912"/>
              <a:gd name="adj2" fmla="val 17596428"/>
            </a:avLst>
          </a:prstGeom>
          <a:ln w="101600">
            <a:solidFill>
              <a:srgbClr val="FFC000">
                <a:alpha val="50000"/>
              </a:srgbClr>
            </a:solidFill>
            <a:prstDash val="solid"/>
          </a:ln>
        </p:spPr>
        <p:style>
          <a:lnRef idx="1">
            <a:schemeClr val="dk1"/>
          </a:lnRef>
          <a:fillRef idx="0">
            <a:schemeClr val="dk1"/>
          </a:fillRef>
          <a:effectRef idx="0">
            <a:schemeClr val="dk1"/>
          </a:effectRef>
          <a:fontRef idx="minor">
            <a:schemeClr val="tx1"/>
          </a:fontRef>
        </p:style>
        <p:txBody>
          <a:bodyPr rtlCol="0" anchor="ctr"/>
          <a:lstStyle/>
          <a:p>
            <a:pPr algn="ctr"/>
            <a:endParaRPr lang="ko-KR" altLang="en-US"/>
          </a:p>
        </p:txBody>
      </p:sp>
      <p:grpSp>
        <p:nvGrpSpPr>
          <p:cNvPr id="17" name="그룹 16">
            <a:extLst>
              <a:ext uri="{FF2B5EF4-FFF2-40B4-BE49-F238E27FC236}">
                <a16:creationId xmlns:a16="http://schemas.microsoft.com/office/drawing/2014/main" id="{DBF0F176-236B-54A7-E649-919AE388E491}"/>
              </a:ext>
            </a:extLst>
          </p:cNvPr>
          <p:cNvGrpSpPr/>
          <p:nvPr/>
        </p:nvGrpSpPr>
        <p:grpSpPr>
          <a:xfrm rot="5400000">
            <a:off x="917085" y="2939626"/>
            <a:ext cx="3000144" cy="3000144"/>
            <a:chOff x="2651820" y="1798634"/>
            <a:chExt cx="3000144" cy="3000144"/>
          </a:xfrm>
        </p:grpSpPr>
        <p:sp>
          <p:nvSpPr>
            <p:cNvPr id="18" name="원호 17">
              <a:extLst>
                <a:ext uri="{FF2B5EF4-FFF2-40B4-BE49-F238E27FC236}">
                  <a16:creationId xmlns:a16="http://schemas.microsoft.com/office/drawing/2014/main" id="{C9BAFEA6-D046-119A-47DC-2D3B02977885}"/>
                </a:ext>
              </a:extLst>
            </p:cNvPr>
            <p:cNvSpPr/>
            <p:nvPr/>
          </p:nvSpPr>
          <p:spPr>
            <a:xfrm rot="16200000">
              <a:off x="3023781" y="2087955"/>
              <a:ext cx="817806" cy="743339"/>
            </a:xfrm>
            <a:prstGeom prst="arc">
              <a:avLst>
                <a:gd name="adj1" fmla="val 16200000"/>
                <a:gd name="adj2" fmla="val 19578583"/>
              </a:avLst>
            </a:prstGeom>
            <a:ln>
              <a:solidFill>
                <a:srgbClr val="3101FF"/>
              </a:solidFill>
              <a:prstDash val="sysDot"/>
            </a:ln>
          </p:spPr>
          <p:style>
            <a:lnRef idx="1">
              <a:schemeClr val="dk1"/>
            </a:lnRef>
            <a:fillRef idx="0">
              <a:schemeClr val="dk1"/>
            </a:fillRef>
            <a:effectRef idx="0">
              <a:schemeClr val="dk1"/>
            </a:effectRef>
            <a:fontRef idx="minor">
              <a:schemeClr val="tx1"/>
            </a:fontRef>
          </p:style>
          <p:txBody>
            <a:bodyPr rtlCol="0" anchor="ctr"/>
            <a:lstStyle/>
            <a:p>
              <a:pPr algn="ctr"/>
              <a:endParaRPr lang="ko-KR" altLang="en-US"/>
            </a:p>
          </p:txBody>
        </p:sp>
        <p:cxnSp>
          <p:nvCxnSpPr>
            <p:cNvPr id="19" name="직선 연결선 18">
              <a:extLst>
                <a:ext uri="{FF2B5EF4-FFF2-40B4-BE49-F238E27FC236}">
                  <a16:creationId xmlns:a16="http://schemas.microsoft.com/office/drawing/2014/main" id="{125076F8-747D-E43F-A1DB-1778CC9F85DD}"/>
                </a:ext>
              </a:extLst>
            </p:cNvPr>
            <p:cNvCxnSpPr>
              <a:cxnSpLocks/>
            </p:cNvCxnSpPr>
            <p:nvPr/>
          </p:nvCxnSpPr>
          <p:spPr>
            <a:xfrm flipV="1">
              <a:off x="3061253" y="2411896"/>
              <a:ext cx="0" cy="1113182"/>
            </a:xfrm>
            <a:prstGeom prst="line">
              <a:avLst/>
            </a:prstGeom>
            <a:ln>
              <a:solidFill>
                <a:srgbClr val="3101FF"/>
              </a:solidFill>
              <a:prstDash val="sysDot"/>
            </a:ln>
          </p:spPr>
          <p:style>
            <a:lnRef idx="2">
              <a:schemeClr val="dk1"/>
            </a:lnRef>
            <a:fillRef idx="0">
              <a:schemeClr val="dk1"/>
            </a:fillRef>
            <a:effectRef idx="1">
              <a:schemeClr val="dk1"/>
            </a:effectRef>
            <a:fontRef idx="minor">
              <a:schemeClr val="tx1"/>
            </a:fontRef>
          </p:style>
        </p:cxnSp>
        <p:sp>
          <p:nvSpPr>
            <p:cNvPr id="20" name="원호 19">
              <a:extLst>
                <a:ext uri="{FF2B5EF4-FFF2-40B4-BE49-F238E27FC236}">
                  <a16:creationId xmlns:a16="http://schemas.microsoft.com/office/drawing/2014/main" id="{11A2880B-773F-C694-6635-DED980B4E894}"/>
                </a:ext>
              </a:extLst>
            </p:cNvPr>
            <p:cNvSpPr/>
            <p:nvPr/>
          </p:nvSpPr>
          <p:spPr>
            <a:xfrm rot="19275487">
              <a:off x="2651820" y="1798634"/>
              <a:ext cx="3000144" cy="3000144"/>
            </a:xfrm>
            <a:prstGeom prst="arc">
              <a:avLst>
                <a:gd name="adj1" fmla="val 16200000"/>
                <a:gd name="adj2" fmla="val 17619969"/>
              </a:avLst>
            </a:prstGeom>
            <a:ln>
              <a:solidFill>
                <a:srgbClr val="3101FF"/>
              </a:solidFill>
              <a:prstDash val="sysDot"/>
            </a:ln>
          </p:spPr>
          <p:style>
            <a:lnRef idx="1">
              <a:schemeClr val="dk1"/>
            </a:lnRef>
            <a:fillRef idx="0">
              <a:schemeClr val="dk1"/>
            </a:fillRef>
            <a:effectRef idx="0">
              <a:schemeClr val="dk1"/>
            </a:effectRef>
            <a:fontRef idx="minor">
              <a:schemeClr val="tx1"/>
            </a:fontRef>
          </p:style>
          <p:txBody>
            <a:bodyPr rtlCol="0" anchor="ctr"/>
            <a:lstStyle/>
            <a:p>
              <a:pPr algn="ctr"/>
              <a:endParaRPr lang="ko-KR" altLang="en-US"/>
            </a:p>
          </p:txBody>
        </p:sp>
      </p:grpSp>
      <p:cxnSp>
        <p:nvCxnSpPr>
          <p:cNvPr id="21" name="직선 연결선 20">
            <a:extLst>
              <a:ext uri="{FF2B5EF4-FFF2-40B4-BE49-F238E27FC236}">
                <a16:creationId xmlns:a16="http://schemas.microsoft.com/office/drawing/2014/main" id="{869F0F9C-1A3C-4AD5-6519-765275B6FD45}"/>
              </a:ext>
            </a:extLst>
          </p:cNvPr>
          <p:cNvCxnSpPr>
            <a:cxnSpLocks/>
          </p:cNvCxnSpPr>
          <p:nvPr/>
        </p:nvCxnSpPr>
        <p:spPr>
          <a:xfrm>
            <a:off x="4483777" y="6631195"/>
            <a:ext cx="1096171" cy="8010"/>
          </a:xfrm>
          <a:prstGeom prst="line">
            <a:avLst/>
          </a:prstGeom>
          <a:ln w="19050">
            <a:solidFill>
              <a:schemeClr val="tx1"/>
            </a:solidFill>
            <a:headEnd type="diamond" w="med" len="med"/>
            <a:tailEnd type="diamond" w="med" len="med"/>
          </a:ln>
        </p:spPr>
        <p:style>
          <a:lnRef idx="2">
            <a:schemeClr val="accent1"/>
          </a:lnRef>
          <a:fillRef idx="0">
            <a:schemeClr val="accent1"/>
          </a:fillRef>
          <a:effectRef idx="1">
            <a:schemeClr val="accent1"/>
          </a:effectRef>
          <a:fontRef idx="minor">
            <a:schemeClr val="tx1"/>
          </a:fontRef>
        </p:style>
      </p:cxnSp>
      <p:cxnSp>
        <p:nvCxnSpPr>
          <p:cNvPr id="22" name="직선 연결선 21">
            <a:extLst>
              <a:ext uri="{FF2B5EF4-FFF2-40B4-BE49-F238E27FC236}">
                <a16:creationId xmlns:a16="http://schemas.microsoft.com/office/drawing/2014/main" id="{B6F9F606-D158-5A1D-32E5-0EB037EED156}"/>
              </a:ext>
            </a:extLst>
          </p:cNvPr>
          <p:cNvCxnSpPr>
            <a:cxnSpLocks/>
          </p:cNvCxnSpPr>
          <p:nvPr/>
        </p:nvCxnSpPr>
        <p:spPr>
          <a:xfrm>
            <a:off x="5579948" y="6631195"/>
            <a:ext cx="312910" cy="0"/>
          </a:xfrm>
          <a:prstGeom prst="line">
            <a:avLst/>
          </a:prstGeom>
          <a:ln w="19050">
            <a:solidFill>
              <a:schemeClr val="tx1"/>
            </a:solidFill>
            <a:headEnd type="diamond" w="med" len="med"/>
            <a:tailEnd type="diamond" w="med" len="med"/>
          </a:ln>
        </p:spPr>
        <p:style>
          <a:lnRef idx="2">
            <a:schemeClr val="accent1"/>
          </a:lnRef>
          <a:fillRef idx="0">
            <a:schemeClr val="accent1"/>
          </a:fillRef>
          <a:effectRef idx="1">
            <a:schemeClr val="accent1"/>
          </a:effectRef>
          <a:fontRef idx="minor">
            <a:schemeClr val="tx1"/>
          </a:fontRef>
        </p:style>
      </p:cxnSp>
      <p:cxnSp>
        <p:nvCxnSpPr>
          <p:cNvPr id="23" name="직선 연결선 22">
            <a:extLst>
              <a:ext uri="{FF2B5EF4-FFF2-40B4-BE49-F238E27FC236}">
                <a16:creationId xmlns:a16="http://schemas.microsoft.com/office/drawing/2014/main" id="{F674CCAA-A5E7-307D-34AA-74B5F87DDBF2}"/>
              </a:ext>
            </a:extLst>
          </p:cNvPr>
          <p:cNvCxnSpPr>
            <a:cxnSpLocks/>
          </p:cNvCxnSpPr>
          <p:nvPr/>
        </p:nvCxnSpPr>
        <p:spPr>
          <a:xfrm>
            <a:off x="5885702" y="6631195"/>
            <a:ext cx="349955" cy="0"/>
          </a:xfrm>
          <a:prstGeom prst="line">
            <a:avLst/>
          </a:prstGeom>
          <a:ln w="19050">
            <a:solidFill>
              <a:schemeClr val="tx1"/>
            </a:solidFill>
            <a:headEnd type="diamond" w="med" len="med"/>
            <a:tailEnd type="diamond" w="med" len="med"/>
          </a:ln>
        </p:spPr>
        <p:style>
          <a:lnRef idx="2">
            <a:schemeClr val="accent1"/>
          </a:lnRef>
          <a:fillRef idx="0">
            <a:schemeClr val="accent1"/>
          </a:fillRef>
          <a:effectRef idx="1">
            <a:schemeClr val="accent1"/>
          </a:effectRef>
          <a:fontRef idx="minor">
            <a:schemeClr val="tx1"/>
          </a:fontRef>
        </p:style>
      </p:cxnSp>
      <p:cxnSp>
        <p:nvCxnSpPr>
          <p:cNvPr id="24" name="직선 연결선 23">
            <a:extLst>
              <a:ext uri="{FF2B5EF4-FFF2-40B4-BE49-F238E27FC236}">
                <a16:creationId xmlns:a16="http://schemas.microsoft.com/office/drawing/2014/main" id="{9DC93F76-3030-0FF6-4B2D-DE929489B816}"/>
              </a:ext>
            </a:extLst>
          </p:cNvPr>
          <p:cNvCxnSpPr>
            <a:cxnSpLocks/>
          </p:cNvCxnSpPr>
          <p:nvPr/>
        </p:nvCxnSpPr>
        <p:spPr>
          <a:xfrm>
            <a:off x="4482052" y="6635258"/>
            <a:ext cx="0" cy="129567"/>
          </a:xfrm>
          <a:prstGeom prst="line">
            <a:avLst/>
          </a:prstGeom>
          <a:ln w="19050">
            <a:solidFill>
              <a:schemeClr val="tx1"/>
            </a:solidFill>
            <a:headEnd type="diamond" w="med" len="med"/>
            <a:tailEnd type="diamond" w="med" len="med"/>
          </a:ln>
        </p:spPr>
        <p:style>
          <a:lnRef idx="2">
            <a:schemeClr val="accent1"/>
          </a:lnRef>
          <a:fillRef idx="0">
            <a:schemeClr val="accent1"/>
          </a:fillRef>
          <a:effectRef idx="1">
            <a:schemeClr val="accent1"/>
          </a:effectRef>
          <a:fontRef idx="minor">
            <a:schemeClr val="tx1"/>
          </a:fontRef>
        </p:style>
      </p:cxnSp>
      <p:cxnSp>
        <p:nvCxnSpPr>
          <p:cNvPr id="25" name="직선 연결선 24">
            <a:extLst>
              <a:ext uri="{FF2B5EF4-FFF2-40B4-BE49-F238E27FC236}">
                <a16:creationId xmlns:a16="http://schemas.microsoft.com/office/drawing/2014/main" id="{0F166479-2BB2-D54A-C5DC-4B5D019778B4}"/>
              </a:ext>
            </a:extLst>
          </p:cNvPr>
          <p:cNvCxnSpPr>
            <a:cxnSpLocks/>
          </p:cNvCxnSpPr>
          <p:nvPr/>
        </p:nvCxnSpPr>
        <p:spPr>
          <a:xfrm>
            <a:off x="5579948" y="6091357"/>
            <a:ext cx="0" cy="547848"/>
          </a:xfrm>
          <a:prstGeom prst="line">
            <a:avLst/>
          </a:prstGeom>
          <a:ln w="19050">
            <a:solidFill>
              <a:schemeClr val="tx1"/>
            </a:solidFill>
            <a:headEnd type="diamond" w="med" len="med"/>
            <a:tailEnd type="diamond" w="med" len="med"/>
          </a:ln>
        </p:spPr>
        <p:style>
          <a:lnRef idx="2">
            <a:schemeClr val="accent1"/>
          </a:lnRef>
          <a:fillRef idx="0">
            <a:schemeClr val="accent1"/>
          </a:fillRef>
          <a:effectRef idx="1">
            <a:schemeClr val="accent1"/>
          </a:effectRef>
          <a:fontRef idx="minor">
            <a:schemeClr val="tx1"/>
          </a:fontRef>
        </p:style>
      </p:cxnSp>
      <p:cxnSp>
        <p:nvCxnSpPr>
          <p:cNvPr id="26" name="직선 연결선 25">
            <a:extLst>
              <a:ext uri="{FF2B5EF4-FFF2-40B4-BE49-F238E27FC236}">
                <a16:creationId xmlns:a16="http://schemas.microsoft.com/office/drawing/2014/main" id="{1E4288E2-CACF-5B25-6037-A1BD4B730500}"/>
              </a:ext>
            </a:extLst>
          </p:cNvPr>
          <p:cNvCxnSpPr>
            <a:cxnSpLocks/>
          </p:cNvCxnSpPr>
          <p:nvPr/>
        </p:nvCxnSpPr>
        <p:spPr>
          <a:xfrm>
            <a:off x="5888947" y="6091357"/>
            <a:ext cx="0" cy="547848"/>
          </a:xfrm>
          <a:prstGeom prst="line">
            <a:avLst/>
          </a:prstGeom>
          <a:ln w="19050">
            <a:solidFill>
              <a:schemeClr val="tx1"/>
            </a:solidFill>
            <a:headEnd type="diamond" w="med" len="med"/>
            <a:tailEnd type="diamond" w="med" len="med"/>
          </a:ln>
        </p:spPr>
        <p:style>
          <a:lnRef idx="2">
            <a:schemeClr val="accent1"/>
          </a:lnRef>
          <a:fillRef idx="0">
            <a:schemeClr val="accent1"/>
          </a:fillRef>
          <a:effectRef idx="1">
            <a:schemeClr val="accent1"/>
          </a:effectRef>
          <a:fontRef idx="minor">
            <a:schemeClr val="tx1"/>
          </a:fontRef>
        </p:style>
      </p:cxnSp>
      <p:cxnSp>
        <p:nvCxnSpPr>
          <p:cNvPr id="27" name="직선 연결선 26">
            <a:extLst>
              <a:ext uri="{FF2B5EF4-FFF2-40B4-BE49-F238E27FC236}">
                <a16:creationId xmlns:a16="http://schemas.microsoft.com/office/drawing/2014/main" id="{5341C447-E9A2-18A8-9466-0AA978A082B1}"/>
              </a:ext>
            </a:extLst>
          </p:cNvPr>
          <p:cNvCxnSpPr>
            <a:cxnSpLocks/>
          </p:cNvCxnSpPr>
          <p:nvPr/>
        </p:nvCxnSpPr>
        <p:spPr>
          <a:xfrm flipV="1">
            <a:off x="4472862" y="6091357"/>
            <a:ext cx="1097280" cy="539838"/>
          </a:xfrm>
          <a:prstGeom prst="line">
            <a:avLst/>
          </a:prstGeom>
          <a:ln w="190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8" name="직선 연결선 27">
            <a:extLst>
              <a:ext uri="{FF2B5EF4-FFF2-40B4-BE49-F238E27FC236}">
                <a16:creationId xmlns:a16="http://schemas.microsoft.com/office/drawing/2014/main" id="{229F7919-EE7D-F471-4F68-ECE9ECF39057}"/>
              </a:ext>
            </a:extLst>
          </p:cNvPr>
          <p:cNvCxnSpPr>
            <a:cxnSpLocks/>
          </p:cNvCxnSpPr>
          <p:nvPr/>
        </p:nvCxnSpPr>
        <p:spPr>
          <a:xfrm>
            <a:off x="6235657" y="6091357"/>
            <a:ext cx="0" cy="539837"/>
          </a:xfrm>
          <a:prstGeom prst="line">
            <a:avLst/>
          </a:prstGeom>
          <a:ln w="19050">
            <a:solidFill>
              <a:schemeClr val="tx1"/>
            </a:solidFill>
            <a:headEnd type="diamond" w="med" len="med"/>
            <a:tailEnd type="diamond" w="med" len="med"/>
          </a:ln>
        </p:spPr>
        <p:style>
          <a:lnRef idx="2">
            <a:schemeClr val="accent1"/>
          </a:lnRef>
          <a:fillRef idx="0">
            <a:schemeClr val="accent1"/>
          </a:fillRef>
          <a:effectRef idx="1">
            <a:schemeClr val="accent1"/>
          </a:effectRef>
          <a:fontRef idx="minor">
            <a:schemeClr val="tx1"/>
          </a:fontRef>
        </p:style>
      </p:cxnSp>
      <p:sp>
        <p:nvSpPr>
          <p:cNvPr id="29" name="TextBox 28">
            <a:extLst>
              <a:ext uri="{FF2B5EF4-FFF2-40B4-BE49-F238E27FC236}">
                <a16:creationId xmlns:a16="http://schemas.microsoft.com/office/drawing/2014/main" id="{6DFEA25D-42F0-53F7-3706-74AE7FACA70B}"/>
              </a:ext>
            </a:extLst>
          </p:cNvPr>
          <p:cNvSpPr txBox="1"/>
          <p:nvPr/>
        </p:nvSpPr>
        <p:spPr>
          <a:xfrm>
            <a:off x="5436733" y="6631194"/>
            <a:ext cx="384389" cy="215444"/>
          </a:xfrm>
          <a:prstGeom prst="rect">
            <a:avLst/>
          </a:prstGeom>
          <a:noFill/>
        </p:spPr>
        <p:txBody>
          <a:bodyPr wrap="square" rtlCol="0">
            <a:spAutoFit/>
          </a:bodyPr>
          <a:lstStyle/>
          <a:p>
            <a:pPr algn="ctr"/>
            <a:r>
              <a:rPr lang="en-US" altLang="ko-KR" sz="800" dirty="0" err="1">
                <a:solidFill>
                  <a:srgbClr val="FF0000"/>
                </a:solidFill>
                <a:latin typeface="AppleSDGothicNeoM00" panose="02000503000000000000" pitchFamily="2" charset="-127"/>
                <a:ea typeface="AppleSDGothicNeoM00" panose="02000503000000000000" pitchFamily="2" charset="-127"/>
              </a:rPr>
              <a:t>x</a:t>
            </a:r>
            <a:r>
              <a:rPr lang="en-US" altLang="ko-KR" sz="800" baseline="-25000" dirty="0" err="1">
                <a:solidFill>
                  <a:srgbClr val="FF0000"/>
                </a:solidFill>
                <a:latin typeface="AppleSDGothicNeoM00" panose="02000503000000000000" pitchFamily="2" charset="-127"/>
                <a:ea typeface="AppleSDGothicNeoM00" panose="02000503000000000000" pitchFamily="2" charset="-127"/>
              </a:rPr>
              <a:t>FAF</a:t>
            </a:r>
            <a:endParaRPr lang="ko-KR" altLang="en-US" sz="800" baseline="-25000" dirty="0">
              <a:solidFill>
                <a:srgbClr val="FF0000"/>
              </a:solidFill>
              <a:latin typeface="AppleSDGothicNeoM00" panose="02000503000000000000" pitchFamily="2" charset="-127"/>
              <a:ea typeface="AppleSDGothicNeoM00" panose="02000503000000000000" pitchFamily="2" charset="-127"/>
            </a:endParaRPr>
          </a:p>
        </p:txBody>
      </p:sp>
      <p:sp>
        <p:nvSpPr>
          <p:cNvPr id="30" name="TextBox 29">
            <a:extLst>
              <a:ext uri="{FF2B5EF4-FFF2-40B4-BE49-F238E27FC236}">
                <a16:creationId xmlns:a16="http://schemas.microsoft.com/office/drawing/2014/main" id="{E419D412-F86E-3984-1EEC-CA104C6DD7AA}"/>
              </a:ext>
            </a:extLst>
          </p:cNvPr>
          <p:cNvSpPr txBox="1"/>
          <p:nvPr/>
        </p:nvSpPr>
        <p:spPr>
          <a:xfrm>
            <a:off x="3171504" y="3178119"/>
            <a:ext cx="439664" cy="215444"/>
          </a:xfrm>
          <a:prstGeom prst="rect">
            <a:avLst/>
          </a:prstGeom>
          <a:noFill/>
        </p:spPr>
        <p:txBody>
          <a:bodyPr wrap="square" rtlCol="0">
            <a:spAutoFit/>
          </a:bodyPr>
          <a:lstStyle/>
          <a:p>
            <a:pPr algn="ctr"/>
            <a:r>
              <a:rPr lang="en-US" altLang="ko-KR" sz="800" dirty="0">
                <a:solidFill>
                  <a:srgbClr val="3101FF"/>
                </a:solidFill>
                <a:latin typeface="AppleSDGothicNeoM00" panose="02000503000000000000" pitchFamily="2" charset="-127"/>
                <a:ea typeface="AppleSDGothicNeoM00" panose="02000503000000000000" pitchFamily="2" charset="-127"/>
              </a:rPr>
              <a:t>FAF</a:t>
            </a:r>
            <a:endParaRPr lang="ko-KR" altLang="en-US" sz="800" dirty="0">
              <a:solidFill>
                <a:srgbClr val="3101FF"/>
              </a:solidFill>
              <a:latin typeface="AppleSDGothicNeoM00" panose="02000503000000000000" pitchFamily="2" charset="-127"/>
              <a:ea typeface="AppleSDGothicNeoM00" panose="02000503000000000000" pitchFamily="2" charset="-127"/>
            </a:endParaRPr>
          </a:p>
        </p:txBody>
      </p:sp>
      <p:sp>
        <p:nvSpPr>
          <p:cNvPr id="31" name="타원 30">
            <a:extLst>
              <a:ext uri="{FF2B5EF4-FFF2-40B4-BE49-F238E27FC236}">
                <a16:creationId xmlns:a16="http://schemas.microsoft.com/office/drawing/2014/main" id="{486CEE57-EA4C-9519-7E52-28B26858F5C4}"/>
              </a:ext>
            </a:extLst>
          </p:cNvPr>
          <p:cNvSpPr/>
          <p:nvPr/>
        </p:nvSpPr>
        <p:spPr>
          <a:xfrm>
            <a:off x="2182966" y="3324848"/>
            <a:ext cx="45719" cy="45719"/>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ko-KR" altLang="en-US"/>
          </a:p>
        </p:txBody>
      </p:sp>
      <p:sp>
        <p:nvSpPr>
          <p:cNvPr id="32" name="타원 31">
            <a:extLst>
              <a:ext uri="{FF2B5EF4-FFF2-40B4-BE49-F238E27FC236}">
                <a16:creationId xmlns:a16="http://schemas.microsoft.com/office/drawing/2014/main" id="{B7A9BB7D-4E53-853F-3DA7-9BDCA4A5D1CE}"/>
              </a:ext>
            </a:extLst>
          </p:cNvPr>
          <p:cNvSpPr/>
          <p:nvPr/>
        </p:nvSpPr>
        <p:spPr>
          <a:xfrm>
            <a:off x="3275012" y="3324848"/>
            <a:ext cx="45719" cy="45719"/>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ko-KR" altLang="en-US"/>
          </a:p>
        </p:txBody>
      </p:sp>
      <p:sp>
        <p:nvSpPr>
          <p:cNvPr id="33" name="타원 32">
            <a:extLst>
              <a:ext uri="{FF2B5EF4-FFF2-40B4-BE49-F238E27FC236}">
                <a16:creationId xmlns:a16="http://schemas.microsoft.com/office/drawing/2014/main" id="{FE437B27-8703-488B-D536-E0BB938A248D}"/>
              </a:ext>
            </a:extLst>
          </p:cNvPr>
          <p:cNvSpPr/>
          <p:nvPr/>
        </p:nvSpPr>
        <p:spPr>
          <a:xfrm>
            <a:off x="3580798" y="3503277"/>
            <a:ext cx="45719" cy="45719"/>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ko-KR" altLang="en-US"/>
          </a:p>
        </p:txBody>
      </p:sp>
      <p:sp>
        <p:nvSpPr>
          <p:cNvPr id="34" name="타원 33">
            <a:extLst>
              <a:ext uri="{FF2B5EF4-FFF2-40B4-BE49-F238E27FC236}">
                <a16:creationId xmlns:a16="http://schemas.microsoft.com/office/drawing/2014/main" id="{30C44FD3-12CF-F4CB-086E-4C4BAE635194}"/>
              </a:ext>
            </a:extLst>
          </p:cNvPr>
          <p:cNvSpPr/>
          <p:nvPr/>
        </p:nvSpPr>
        <p:spPr>
          <a:xfrm>
            <a:off x="3829937" y="4029681"/>
            <a:ext cx="45719" cy="45719"/>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ko-KR" altLang="en-US"/>
          </a:p>
        </p:txBody>
      </p:sp>
      <p:sp>
        <p:nvSpPr>
          <p:cNvPr id="35" name="TextBox 34">
            <a:extLst>
              <a:ext uri="{FF2B5EF4-FFF2-40B4-BE49-F238E27FC236}">
                <a16:creationId xmlns:a16="http://schemas.microsoft.com/office/drawing/2014/main" id="{39E15614-EF7C-D570-541B-7DF926E5171F}"/>
              </a:ext>
            </a:extLst>
          </p:cNvPr>
          <p:cNvSpPr txBox="1"/>
          <p:nvPr/>
        </p:nvSpPr>
        <p:spPr>
          <a:xfrm>
            <a:off x="5773581" y="6631194"/>
            <a:ext cx="306356" cy="215444"/>
          </a:xfrm>
          <a:prstGeom prst="rect">
            <a:avLst/>
          </a:prstGeom>
          <a:noFill/>
        </p:spPr>
        <p:txBody>
          <a:bodyPr wrap="square" rtlCol="0">
            <a:spAutoFit/>
          </a:bodyPr>
          <a:lstStyle/>
          <a:p>
            <a:pPr algn="ctr"/>
            <a:r>
              <a:rPr lang="en-US" altLang="ko-KR" sz="800" dirty="0" err="1">
                <a:solidFill>
                  <a:srgbClr val="FF0000"/>
                </a:solidFill>
                <a:latin typeface="AppleSDGothicNeoM00" panose="02000503000000000000" pitchFamily="2" charset="-127"/>
                <a:ea typeface="AppleSDGothicNeoM00" panose="02000503000000000000" pitchFamily="2" charset="-127"/>
              </a:rPr>
              <a:t>x</a:t>
            </a:r>
            <a:r>
              <a:rPr lang="en-US" altLang="ko-KR" sz="800" baseline="-25000" dirty="0" err="1">
                <a:solidFill>
                  <a:srgbClr val="FF0000"/>
                </a:solidFill>
                <a:latin typeface="AppleSDGothicNeoM00" panose="02000503000000000000" pitchFamily="2" charset="-127"/>
                <a:ea typeface="AppleSDGothicNeoM00" panose="02000503000000000000" pitchFamily="2" charset="-127"/>
              </a:rPr>
              <a:t>IF</a:t>
            </a:r>
            <a:endParaRPr lang="ko-KR" altLang="en-US" sz="800" baseline="-25000" dirty="0">
              <a:solidFill>
                <a:srgbClr val="FF0000"/>
              </a:solidFill>
              <a:latin typeface="AppleSDGothicNeoM00" panose="02000503000000000000" pitchFamily="2" charset="-127"/>
              <a:ea typeface="AppleSDGothicNeoM00" panose="02000503000000000000" pitchFamily="2" charset="-127"/>
            </a:endParaRPr>
          </a:p>
        </p:txBody>
      </p:sp>
      <p:sp>
        <p:nvSpPr>
          <p:cNvPr id="36" name="TextBox 35">
            <a:extLst>
              <a:ext uri="{FF2B5EF4-FFF2-40B4-BE49-F238E27FC236}">
                <a16:creationId xmlns:a16="http://schemas.microsoft.com/office/drawing/2014/main" id="{D190841B-9870-D7D7-298D-FA13F1D983CC}"/>
              </a:ext>
            </a:extLst>
          </p:cNvPr>
          <p:cNvSpPr txBox="1"/>
          <p:nvPr/>
        </p:nvSpPr>
        <p:spPr>
          <a:xfrm>
            <a:off x="6138867" y="6630271"/>
            <a:ext cx="328139" cy="215444"/>
          </a:xfrm>
          <a:prstGeom prst="rect">
            <a:avLst/>
          </a:prstGeom>
          <a:noFill/>
        </p:spPr>
        <p:txBody>
          <a:bodyPr wrap="square" rtlCol="0">
            <a:spAutoFit/>
          </a:bodyPr>
          <a:lstStyle/>
          <a:p>
            <a:pPr algn="ctr"/>
            <a:r>
              <a:rPr lang="en-US" altLang="ko-KR" sz="800" dirty="0" err="1">
                <a:solidFill>
                  <a:srgbClr val="FF0000"/>
                </a:solidFill>
                <a:latin typeface="AppleSDGothicNeoM00" panose="02000503000000000000" pitchFamily="2" charset="-127"/>
                <a:ea typeface="AppleSDGothicNeoM00" panose="02000503000000000000" pitchFamily="2" charset="-127"/>
              </a:rPr>
              <a:t>x</a:t>
            </a:r>
            <a:r>
              <a:rPr lang="en-US" altLang="ko-KR" sz="800" baseline="-25000" dirty="0" err="1">
                <a:solidFill>
                  <a:srgbClr val="FF0000"/>
                </a:solidFill>
                <a:latin typeface="AppleSDGothicNeoM00" panose="02000503000000000000" pitchFamily="2" charset="-127"/>
                <a:ea typeface="AppleSDGothicNeoM00" panose="02000503000000000000" pitchFamily="2" charset="-127"/>
              </a:rPr>
              <a:t>IAF</a:t>
            </a:r>
            <a:endParaRPr lang="ko-KR" altLang="en-US" sz="800" baseline="-25000" dirty="0">
              <a:solidFill>
                <a:srgbClr val="FF0000"/>
              </a:solidFill>
              <a:latin typeface="AppleSDGothicNeoM00" panose="02000503000000000000" pitchFamily="2" charset="-127"/>
              <a:ea typeface="AppleSDGothicNeoM00" panose="02000503000000000000" pitchFamily="2" charset="-127"/>
            </a:endParaRPr>
          </a:p>
        </p:txBody>
      </p:sp>
      <p:sp>
        <p:nvSpPr>
          <p:cNvPr id="37" name="TextBox 36">
            <a:extLst>
              <a:ext uri="{FF2B5EF4-FFF2-40B4-BE49-F238E27FC236}">
                <a16:creationId xmlns:a16="http://schemas.microsoft.com/office/drawing/2014/main" id="{5A6902C8-D79F-2C60-9870-28A127D0171D}"/>
              </a:ext>
            </a:extLst>
          </p:cNvPr>
          <p:cNvSpPr txBox="1"/>
          <p:nvPr/>
        </p:nvSpPr>
        <p:spPr>
          <a:xfrm>
            <a:off x="4089742" y="6523159"/>
            <a:ext cx="437467" cy="215444"/>
          </a:xfrm>
          <a:prstGeom prst="rect">
            <a:avLst/>
          </a:prstGeom>
          <a:noFill/>
        </p:spPr>
        <p:txBody>
          <a:bodyPr wrap="square" rtlCol="0">
            <a:spAutoFit/>
          </a:bodyPr>
          <a:lstStyle/>
          <a:p>
            <a:pPr algn="ctr"/>
            <a:r>
              <a:rPr lang="en-US" altLang="ko-KR" sz="800" dirty="0" err="1">
                <a:solidFill>
                  <a:srgbClr val="FF0000"/>
                </a:solidFill>
                <a:latin typeface="AppleSDGothicNeoM00" panose="02000503000000000000" pitchFamily="2" charset="-127"/>
                <a:ea typeface="AppleSDGothicNeoM00" panose="02000503000000000000" pitchFamily="2" charset="-127"/>
              </a:rPr>
              <a:t>y</a:t>
            </a:r>
            <a:r>
              <a:rPr lang="en-US" altLang="ko-KR" sz="800" baseline="-25000" dirty="0" err="1">
                <a:solidFill>
                  <a:srgbClr val="FF0000"/>
                </a:solidFill>
                <a:latin typeface="AppleSDGothicNeoM00" panose="02000503000000000000" pitchFamily="2" charset="-127"/>
                <a:ea typeface="AppleSDGothicNeoM00" panose="02000503000000000000" pitchFamily="2" charset="-127"/>
              </a:rPr>
              <a:t>FATO</a:t>
            </a:r>
            <a:endParaRPr lang="ko-KR" altLang="en-US" sz="800" baseline="-25000" dirty="0">
              <a:solidFill>
                <a:srgbClr val="FF0000"/>
              </a:solidFill>
              <a:latin typeface="AppleSDGothicNeoM00" panose="02000503000000000000" pitchFamily="2" charset="-127"/>
              <a:ea typeface="AppleSDGothicNeoM00" panose="02000503000000000000" pitchFamily="2" charset="-127"/>
            </a:endParaRPr>
          </a:p>
        </p:txBody>
      </p:sp>
      <p:sp>
        <p:nvSpPr>
          <p:cNvPr id="38" name="TextBox 37">
            <a:extLst>
              <a:ext uri="{FF2B5EF4-FFF2-40B4-BE49-F238E27FC236}">
                <a16:creationId xmlns:a16="http://schemas.microsoft.com/office/drawing/2014/main" id="{FAB9D452-69AE-C3DF-33DA-C7849E2DB6A6}"/>
              </a:ext>
            </a:extLst>
          </p:cNvPr>
          <p:cNvSpPr txBox="1"/>
          <p:nvPr/>
        </p:nvSpPr>
        <p:spPr>
          <a:xfrm>
            <a:off x="5513931" y="6042557"/>
            <a:ext cx="355639" cy="215444"/>
          </a:xfrm>
          <a:prstGeom prst="rect">
            <a:avLst/>
          </a:prstGeom>
          <a:noFill/>
        </p:spPr>
        <p:txBody>
          <a:bodyPr wrap="square" rtlCol="0">
            <a:spAutoFit/>
          </a:bodyPr>
          <a:lstStyle/>
          <a:p>
            <a:pPr algn="ctr"/>
            <a:r>
              <a:rPr lang="en-US" altLang="ko-KR" sz="800" dirty="0" err="1">
                <a:solidFill>
                  <a:srgbClr val="FF0000"/>
                </a:solidFill>
                <a:latin typeface="AppleSDGothicNeoM00" panose="02000503000000000000" pitchFamily="2" charset="-127"/>
                <a:ea typeface="AppleSDGothicNeoM00" panose="02000503000000000000" pitchFamily="2" charset="-127"/>
              </a:rPr>
              <a:t>y</a:t>
            </a:r>
            <a:r>
              <a:rPr lang="en-US" altLang="ko-KR" sz="800" baseline="-25000" dirty="0" err="1">
                <a:solidFill>
                  <a:srgbClr val="FF0000"/>
                </a:solidFill>
                <a:latin typeface="AppleSDGothicNeoM00" panose="02000503000000000000" pitchFamily="2" charset="-127"/>
                <a:ea typeface="AppleSDGothicNeoM00" panose="02000503000000000000" pitchFamily="2" charset="-127"/>
              </a:rPr>
              <a:t>FAF</a:t>
            </a:r>
            <a:endParaRPr lang="ko-KR" altLang="en-US" sz="800" baseline="-25000" dirty="0">
              <a:solidFill>
                <a:srgbClr val="FF0000"/>
              </a:solidFill>
              <a:latin typeface="AppleSDGothicNeoM00" panose="02000503000000000000" pitchFamily="2" charset="-127"/>
              <a:ea typeface="AppleSDGothicNeoM00" panose="02000503000000000000" pitchFamily="2" charset="-127"/>
            </a:endParaRPr>
          </a:p>
        </p:txBody>
      </p:sp>
      <p:sp>
        <p:nvSpPr>
          <p:cNvPr id="39" name="원호 38">
            <a:extLst>
              <a:ext uri="{FF2B5EF4-FFF2-40B4-BE49-F238E27FC236}">
                <a16:creationId xmlns:a16="http://schemas.microsoft.com/office/drawing/2014/main" id="{05DC3A29-D1AC-22EE-76D0-2E57897B91AA}"/>
              </a:ext>
            </a:extLst>
          </p:cNvPr>
          <p:cNvSpPr/>
          <p:nvPr/>
        </p:nvSpPr>
        <p:spPr>
          <a:xfrm>
            <a:off x="4642698" y="6548789"/>
            <a:ext cx="45719" cy="140709"/>
          </a:xfrm>
          <a:prstGeom prst="arc">
            <a:avLst/>
          </a:prstGeom>
          <a:ln w="12700">
            <a:solidFill>
              <a:srgbClr val="FF0000"/>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ko-KR" altLang="en-US"/>
          </a:p>
        </p:txBody>
      </p:sp>
      <mc:AlternateContent xmlns:mc="http://schemas.openxmlformats.org/markup-compatibility/2006">
        <mc:Choice xmlns:a14="http://schemas.microsoft.com/office/drawing/2010/main" Requires="a14">
          <p:sp>
            <p:nvSpPr>
              <p:cNvPr id="40" name="TextBox 39">
                <a:extLst>
                  <a:ext uri="{FF2B5EF4-FFF2-40B4-BE49-F238E27FC236}">
                    <a16:creationId xmlns:a16="http://schemas.microsoft.com/office/drawing/2014/main" id="{CFE8CC6B-D272-3F30-2A43-544CE03517FC}"/>
                  </a:ext>
                </a:extLst>
              </p:cNvPr>
              <p:cNvSpPr txBox="1"/>
              <p:nvPr/>
            </p:nvSpPr>
            <p:spPr>
              <a:xfrm>
                <a:off x="4618302" y="6466342"/>
                <a:ext cx="306356" cy="215444"/>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r>
                        <a:rPr lang="ko-KR" altLang="en-US" sz="800" i="1" dirty="0" smtClean="0">
                          <a:solidFill>
                            <a:srgbClr val="FF0000"/>
                          </a:solidFill>
                          <a:latin typeface="Cambria Math" panose="02040503050406030204" pitchFamily="18" charset="0"/>
                          <a:ea typeface="AppleSDGothicNeoM00" panose="02000503000000000000" pitchFamily="2" charset="-127"/>
                        </a:rPr>
                        <m:t>𝜃</m:t>
                      </m:r>
                    </m:oMath>
                  </m:oMathPara>
                </a14:m>
                <a:endParaRPr lang="ko-KR" altLang="en-US" sz="800" baseline="-25000" dirty="0">
                  <a:solidFill>
                    <a:srgbClr val="FF0000"/>
                  </a:solidFill>
                  <a:latin typeface="AppleSDGothicNeoM00" panose="02000503000000000000" pitchFamily="2" charset="-127"/>
                  <a:ea typeface="AppleSDGothicNeoM00" panose="02000503000000000000" pitchFamily="2" charset="-127"/>
                </a:endParaRPr>
              </a:p>
            </p:txBody>
          </p:sp>
        </mc:Choice>
        <mc:Fallback>
          <p:sp>
            <p:nvSpPr>
              <p:cNvPr id="40" name="TextBox 39">
                <a:extLst>
                  <a:ext uri="{FF2B5EF4-FFF2-40B4-BE49-F238E27FC236}">
                    <a16:creationId xmlns:a16="http://schemas.microsoft.com/office/drawing/2014/main" id="{CFE8CC6B-D272-3F30-2A43-544CE03517FC}"/>
                  </a:ext>
                </a:extLst>
              </p:cNvPr>
              <p:cNvSpPr txBox="1">
                <a:spLocks noRot="1" noChangeAspect="1" noMove="1" noResize="1" noEditPoints="1" noAdjustHandles="1" noChangeArrowheads="1" noChangeShapeType="1" noTextEdit="1"/>
              </p:cNvSpPr>
              <p:nvPr/>
            </p:nvSpPr>
            <p:spPr>
              <a:xfrm>
                <a:off x="4618302" y="6466342"/>
                <a:ext cx="306356" cy="215444"/>
              </a:xfrm>
              <a:prstGeom prst="rect">
                <a:avLst/>
              </a:prstGeom>
              <a:blipFill>
                <a:blip r:embed="rId2"/>
                <a:stretch>
                  <a:fillRect/>
                </a:stretch>
              </a:blipFill>
            </p:spPr>
            <p:txBody>
              <a:bodyPr/>
              <a:lstStyle/>
              <a:p>
                <a:r>
                  <a:rPr lang="ko-KR" altLang="en-US">
                    <a:noFill/>
                  </a:rPr>
                  <a:t> </a:t>
                </a:r>
              </a:p>
            </p:txBody>
          </p:sp>
        </mc:Fallback>
      </mc:AlternateContent>
      <p:cxnSp>
        <p:nvCxnSpPr>
          <p:cNvPr id="41" name="직선 연결선 40">
            <a:extLst>
              <a:ext uri="{FF2B5EF4-FFF2-40B4-BE49-F238E27FC236}">
                <a16:creationId xmlns:a16="http://schemas.microsoft.com/office/drawing/2014/main" id="{88811EA8-FDB7-6F6A-7FF0-E1BFC1A563CF}"/>
              </a:ext>
            </a:extLst>
          </p:cNvPr>
          <p:cNvCxnSpPr>
            <a:cxnSpLocks/>
          </p:cNvCxnSpPr>
          <p:nvPr/>
        </p:nvCxnSpPr>
        <p:spPr>
          <a:xfrm>
            <a:off x="5571665" y="6091357"/>
            <a:ext cx="640663" cy="0"/>
          </a:xfrm>
          <a:prstGeom prst="line">
            <a:avLst/>
          </a:prstGeom>
          <a:ln w="19050">
            <a:solidFill>
              <a:schemeClr val="tx1"/>
            </a:solidFill>
            <a:prstDash val="sysDot"/>
          </a:ln>
        </p:spPr>
        <p:style>
          <a:lnRef idx="2">
            <a:schemeClr val="dk1"/>
          </a:lnRef>
          <a:fillRef idx="0">
            <a:schemeClr val="dk1"/>
          </a:fillRef>
          <a:effectRef idx="1">
            <a:schemeClr val="dk1"/>
          </a:effectRef>
          <a:fontRef idx="minor">
            <a:schemeClr val="tx1"/>
          </a:fontRef>
        </p:style>
      </p:cxnSp>
      <p:sp>
        <p:nvSpPr>
          <p:cNvPr id="42" name="별: 꼭짓점 4개 41">
            <a:extLst>
              <a:ext uri="{FF2B5EF4-FFF2-40B4-BE49-F238E27FC236}">
                <a16:creationId xmlns:a16="http://schemas.microsoft.com/office/drawing/2014/main" id="{F429940C-005B-B222-5AB8-A5C5F216E428}"/>
              </a:ext>
            </a:extLst>
          </p:cNvPr>
          <p:cNvSpPr/>
          <p:nvPr/>
        </p:nvSpPr>
        <p:spPr>
          <a:xfrm>
            <a:off x="3248828" y="3664887"/>
            <a:ext cx="109972" cy="109972"/>
          </a:xfrm>
          <a:prstGeom prst="star4">
            <a:avLst>
              <a:gd name="adj" fmla="val 21936"/>
            </a:avLst>
          </a:prstGeom>
          <a:solidFill>
            <a:srgbClr val="FFFF00"/>
          </a:solidFill>
          <a:ln w="127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43" name="직선 연결선 42">
            <a:extLst>
              <a:ext uri="{FF2B5EF4-FFF2-40B4-BE49-F238E27FC236}">
                <a16:creationId xmlns:a16="http://schemas.microsoft.com/office/drawing/2014/main" id="{3D7A018A-C883-6E67-F8BA-B75F66500BE6}"/>
              </a:ext>
            </a:extLst>
          </p:cNvPr>
          <p:cNvCxnSpPr>
            <a:cxnSpLocks/>
            <a:stCxn id="42" idx="3"/>
            <a:endCxn id="33" idx="3"/>
          </p:cNvCxnSpPr>
          <p:nvPr/>
        </p:nvCxnSpPr>
        <p:spPr>
          <a:xfrm flipV="1">
            <a:off x="3358800" y="3542301"/>
            <a:ext cx="228693" cy="177572"/>
          </a:xfrm>
          <a:prstGeom prst="line">
            <a:avLst/>
          </a:prstGeom>
          <a:ln w="6350">
            <a:prstDash val="sysDot"/>
          </a:ln>
        </p:spPr>
        <p:style>
          <a:lnRef idx="2">
            <a:schemeClr val="dk1"/>
          </a:lnRef>
          <a:fillRef idx="0">
            <a:schemeClr val="dk1"/>
          </a:fillRef>
          <a:effectRef idx="1">
            <a:schemeClr val="dk1"/>
          </a:effectRef>
          <a:fontRef idx="minor">
            <a:schemeClr val="tx1"/>
          </a:fontRef>
        </p:style>
      </p:cxnSp>
      <p:cxnSp>
        <p:nvCxnSpPr>
          <p:cNvPr id="44" name="직선 연결선 43">
            <a:extLst>
              <a:ext uri="{FF2B5EF4-FFF2-40B4-BE49-F238E27FC236}">
                <a16:creationId xmlns:a16="http://schemas.microsoft.com/office/drawing/2014/main" id="{9B025DD4-3733-D8AF-2872-1BA49E219867}"/>
              </a:ext>
            </a:extLst>
          </p:cNvPr>
          <p:cNvCxnSpPr>
            <a:cxnSpLocks/>
            <a:stCxn id="42" idx="0"/>
            <a:endCxn id="32" idx="4"/>
          </p:cNvCxnSpPr>
          <p:nvPr/>
        </p:nvCxnSpPr>
        <p:spPr>
          <a:xfrm flipH="1" flipV="1">
            <a:off x="3297872" y="3370567"/>
            <a:ext cx="5942" cy="294320"/>
          </a:xfrm>
          <a:prstGeom prst="line">
            <a:avLst/>
          </a:prstGeom>
          <a:ln w="6350">
            <a:prstDash val="sysDot"/>
          </a:ln>
        </p:spPr>
        <p:style>
          <a:lnRef idx="2">
            <a:schemeClr val="dk1"/>
          </a:lnRef>
          <a:fillRef idx="0">
            <a:schemeClr val="dk1"/>
          </a:fillRef>
          <a:effectRef idx="1">
            <a:schemeClr val="dk1"/>
          </a:effectRef>
          <a:fontRef idx="minor">
            <a:schemeClr val="tx1"/>
          </a:fontRef>
        </p:style>
      </p:cxnSp>
      <mc:AlternateContent xmlns:mc="http://schemas.openxmlformats.org/markup-compatibility/2006" xmlns:a14="http://schemas.microsoft.com/office/drawing/2010/main">
        <mc:Choice Requires="a14">
          <p:sp>
            <p:nvSpPr>
              <p:cNvPr id="45" name="TextBox 44">
                <a:extLst>
                  <a:ext uri="{FF2B5EF4-FFF2-40B4-BE49-F238E27FC236}">
                    <a16:creationId xmlns:a16="http://schemas.microsoft.com/office/drawing/2014/main" id="{F2694C11-2F6A-454F-B7B0-D07C53EAAF69}"/>
                  </a:ext>
                </a:extLst>
              </p:cNvPr>
              <p:cNvSpPr txBox="1"/>
              <p:nvPr/>
            </p:nvSpPr>
            <p:spPr>
              <a:xfrm>
                <a:off x="3358570" y="3455313"/>
                <a:ext cx="263037" cy="200055"/>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sSub>
                        <m:sSubPr>
                          <m:ctrlPr>
                            <a:rPr lang="en-US" altLang="ko-KR" sz="700" i="1" dirty="0" smtClean="0">
                              <a:solidFill>
                                <a:srgbClr val="FF0000"/>
                              </a:solidFill>
                              <a:latin typeface="Cambria Math" panose="02040503050406030204" pitchFamily="18" charset="0"/>
                              <a:ea typeface="AppleSDGothicNeoM00" panose="02000503000000000000" pitchFamily="2" charset="-127"/>
                            </a:rPr>
                          </m:ctrlPr>
                        </m:sSubPr>
                        <m:e>
                          <m:r>
                            <a:rPr lang="en-US" altLang="ko-KR" sz="700" i="1" dirty="0">
                              <a:solidFill>
                                <a:srgbClr val="FF0000"/>
                              </a:solidFill>
                              <a:latin typeface="Cambria Math" panose="02040503050406030204" pitchFamily="18" charset="0"/>
                              <a:ea typeface="AppleSDGothicNeoM00" panose="02000503000000000000" pitchFamily="2" charset="-127"/>
                            </a:rPr>
                            <m:t>𝑅</m:t>
                          </m:r>
                        </m:e>
                        <m:sub>
                          <m:r>
                            <a:rPr lang="en-US" altLang="ko-KR" sz="700" b="0" i="1" dirty="0" smtClean="0">
                              <a:solidFill>
                                <a:srgbClr val="FF0000"/>
                              </a:solidFill>
                              <a:latin typeface="Cambria Math" panose="02040503050406030204" pitchFamily="18" charset="0"/>
                              <a:ea typeface="AppleSDGothicNeoM00" panose="02000503000000000000" pitchFamily="2" charset="-127"/>
                            </a:rPr>
                            <m:t>2</m:t>
                          </m:r>
                        </m:sub>
                      </m:sSub>
                    </m:oMath>
                  </m:oMathPara>
                </a14:m>
                <a:endParaRPr lang="ko-KR" altLang="en-US" sz="700" baseline="-25000" dirty="0">
                  <a:solidFill>
                    <a:srgbClr val="FF0000"/>
                  </a:solidFill>
                  <a:latin typeface="AppleSDGothicNeoM00" panose="02000503000000000000" pitchFamily="2" charset="-127"/>
                  <a:ea typeface="AppleSDGothicNeoM00" panose="02000503000000000000" pitchFamily="2" charset="-127"/>
                </a:endParaRPr>
              </a:p>
            </p:txBody>
          </p:sp>
        </mc:Choice>
        <mc:Fallback xmlns="">
          <p:sp>
            <p:nvSpPr>
              <p:cNvPr id="45" name="TextBox 44">
                <a:extLst>
                  <a:ext uri="{FF2B5EF4-FFF2-40B4-BE49-F238E27FC236}">
                    <a16:creationId xmlns:a16="http://schemas.microsoft.com/office/drawing/2014/main" id="{F2694C11-2F6A-454F-B7B0-D07C53EAAF69}"/>
                  </a:ext>
                </a:extLst>
              </p:cNvPr>
              <p:cNvSpPr txBox="1">
                <a:spLocks noRot="1" noChangeAspect="1" noMove="1" noResize="1" noEditPoints="1" noAdjustHandles="1" noChangeArrowheads="1" noChangeShapeType="1" noTextEdit="1"/>
              </p:cNvSpPr>
              <p:nvPr/>
            </p:nvSpPr>
            <p:spPr>
              <a:xfrm>
                <a:off x="3358570" y="3455313"/>
                <a:ext cx="263037" cy="200055"/>
              </a:xfrm>
              <a:prstGeom prst="rect">
                <a:avLst/>
              </a:prstGeom>
              <a:blipFill>
                <a:blip r:embed="rId3"/>
                <a:stretch>
                  <a:fillRect/>
                </a:stretch>
              </a:blipFill>
            </p:spPr>
            <p:txBody>
              <a:bodyPr/>
              <a:lstStyle/>
              <a:p>
                <a:r>
                  <a:rPr lang="ko-KR" altLang="en-US">
                    <a:noFill/>
                  </a:rPr>
                  <a:t> </a:t>
                </a:r>
              </a:p>
            </p:txBody>
          </p:sp>
        </mc:Fallback>
      </mc:AlternateContent>
      <p:sp>
        <p:nvSpPr>
          <p:cNvPr id="46" name="별: 꼭짓점 4개 45">
            <a:extLst>
              <a:ext uri="{FF2B5EF4-FFF2-40B4-BE49-F238E27FC236}">
                <a16:creationId xmlns:a16="http://schemas.microsoft.com/office/drawing/2014/main" id="{23066529-8BFA-DAFD-0187-EC86BE1121D6}"/>
              </a:ext>
            </a:extLst>
          </p:cNvPr>
          <p:cNvSpPr/>
          <p:nvPr/>
        </p:nvSpPr>
        <p:spPr>
          <a:xfrm>
            <a:off x="2418651" y="4442584"/>
            <a:ext cx="109972" cy="109972"/>
          </a:xfrm>
          <a:prstGeom prst="star4">
            <a:avLst>
              <a:gd name="adj" fmla="val 21936"/>
            </a:avLst>
          </a:prstGeom>
          <a:solidFill>
            <a:srgbClr val="FFFF00"/>
          </a:solidFill>
          <a:ln w="127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47" name="직선 연결선 46">
            <a:extLst>
              <a:ext uri="{FF2B5EF4-FFF2-40B4-BE49-F238E27FC236}">
                <a16:creationId xmlns:a16="http://schemas.microsoft.com/office/drawing/2014/main" id="{F7DC56D9-67FF-17E2-973C-102DED77A667}"/>
              </a:ext>
            </a:extLst>
          </p:cNvPr>
          <p:cNvCxnSpPr>
            <a:cxnSpLocks/>
            <a:endCxn id="13" idx="0"/>
          </p:cNvCxnSpPr>
          <p:nvPr/>
        </p:nvCxnSpPr>
        <p:spPr>
          <a:xfrm flipV="1">
            <a:off x="2473637" y="4055375"/>
            <a:ext cx="1385692" cy="443228"/>
          </a:xfrm>
          <a:prstGeom prst="line">
            <a:avLst/>
          </a:prstGeom>
          <a:ln w="6350">
            <a:prstDash val="sysDot"/>
          </a:ln>
        </p:spPr>
        <p:style>
          <a:lnRef idx="2">
            <a:schemeClr val="dk1"/>
          </a:lnRef>
          <a:fillRef idx="0">
            <a:schemeClr val="dk1"/>
          </a:fillRef>
          <a:effectRef idx="1">
            <a:schemeClr val="dk1"/>
          </a:effectRef>
          <a:fontRef idx="minor">
            <a:schemeClr val="tx1"/>
          </a:fontRef>
        </p:style>
      </p:cxnSp>
      <p:cxnSp>
        <p:nvCxnSpPr>
          <p:cNvPr id="48" name="직선 연결선 47">
            <a:extLst>
              <a:ext uri="{FF2B5EF4-FFF2-40B4-BE49-F238E27FC236}">
                <a16:creationId xmlns:a16="http://schemas.microsoft.com/office/drawing/2014/main" id="{1D525E08-0FE1-8055-A0EB-1049A5286DBB}"/>
              </a:ext>
            </a:extLst>
          </p:cNvPr>
          <p:cNvCxnSpPr>
            <a:cxnSpLocks/>
            <a:endCxn id="33" idx="3"/>
          </p:cNvCxnSpPr>
          <p:nvPr/>
        </p:nvCxnSpPr>
        <p:spPr>
          <a:xfrm flipV="1">
            <a:off x="2475689" y="3542301"/>
            <a:ext cx="1111804" cy="960279"/>
          </a:xfrm>
          <a:prstGeom prst="line">
            <a:avLst/>
          </a:prstGeom>
          <a:ln w="6350">
            <a:prstDash val="sysDot"/>
          </a:ln>
        </p:spPr>
        <p:style>
          <a:lnRef idx="2">
            <a:schemeClr val="dk1"/>
          </a:lnRef>
          <a:fillRef idx="0">
            <a:schemeClr val="dk1"/>
          </a:fillRef>
          <a:effectRef idx="1">
            <a:schemeClr val="dk1"/>
          </a:effectRef>
          <a:fontRef idx="minor">
            <a:schemeClr val="tx1"/>
          </a:fontRef>
        </p:style>
      </p:cxnSp>
      <mc:AlternateContent xmlns:mc="http://schemas.openxmlformats.org/markup-compatibility/2006" xmlns:a14="http://schemas.microsoft.com/office/drawing/2010/main">
        <mc:Choice Requires="a14">
          <p:sp>
            <p:nvSpPr>
              <p:cNvPr id="49" name="TextBox 48">
                <a:extLst>
                  <a:ext uri="{FF2B5EF4-FFF2-40B4-BE49-F238E27FC236}">
                    <a16:creationId xmlns:a16="http://schemas.microsoft.com/office/drawing/2014/main" id="{CCD030BF-CE82-8E2A-5D42-6EAE715D8D91}"/>
                  </a:ext>
                </a:extLst>
              </p:cNvPr>
              <p:cNvSpPr txBox="1"/>
              <p:nvPr/>
            </p:nvSpPr>
            <p:spPr>
              <a:xfrm>
                <a:off x="3056199" y="4117854"/>
                <a:ext cx="274519" cy="197555"/>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sSub>
                        <m:sSubPr>
                          <m:ctrlPr>
                            <a:rPr lang="en-US" altLang="ko-KR" sz="700" i="1" dirty="0" smtClean="0">
                              <a:solidFill>
                                <a:srgbClr val="FF0000"/>
                              </a:solidFill>
                              <a:latin typeface="Cambria Math" panose="02040503050406030204" pitchFamily="18" charset="0"/>
                              <a:ea typeface="AppleSDGothicNeoM00" panose="02000503000000000000" pitchFamily="2" charset="-127"/>
                            </a:rPr>
                          </m:ctrlPr>
                        </m:sSubPr>
                        <m:e>
                          <m:r>
                            <a:rPr lang="en-US" altLang="ko-KR" sz="700" i="1" dirty="0">
                              <a:solidFill>
                                <a:srgbClr val="FF0000"/>
                              </a:solidFill>
                              <a:latin typeface="Cambria Math" panose="02040503050406030204" pitchFamily="18" charset="0"/>
                              <a:ea typeface="AppleSDGothicNeoM00" panose="02000503000000000000" pitchFamily="2" charset="-127"/>
                            </a:rPr>
                            <m:t>𝑅</m:t>
                          </m:r>
                        </m:e>
                        <m:sub>
                          <m:r>
                            <a:rPr lang="en-US" altLang="ko-KR" sz="700" i="1" dirty="0">
                              <a:solidFill>
                                <a:srgbClr val="FF0000"/>
                              </a:solidFill>
                              <a:latin typeface="Cambria Math" panose="02040503050406030204" pitchFamily="18" charset="0"/>
                              <a:ea typeface="AppleSDGothicNeoM00" panose="02000503000000000000" pitchFamily="2" charset="-127"/>
                            </a:rPr>
                            <m:t>1</m:t>
                          </m:r>
                        </m:sub>
                      </m:sSub>
                    </m:oMath>
                  </m:oMathPara>
                </a14:m>
                <a:endParaRPr lang="ko-KR" altLang="en-US" sz="700" i="1" baseline="-25000" dirty="0">
                  <a:solidFill>
                    <a:srgbClr val="FF0000"/>
                  </a:solidFill>
                  <a:latin typeface="AppleSDGothicNeoM00" panose="02000503000000000000" pitchFamily="2" charset="-127"/>
                  <a:ea typeface="AppleSDGothicNeoM00" panose="02000503000000000000" pitchFamily="2" charset="-127"/>
                </a:endParaRPr>
              </a:p>
            </p:txBody>
          </p:sp>
        </mc:Choice>
        <mc:Fallback xmlns="">
          <p:sp>
            <p:nvSpPr>
              <p:cNvPr id="49" name="TextBox 48">
                <a:extLst>
                  <a:ext uri="{FF2B5EF4-FFF2-40B4-BE49-F238E27FC236}">
                    <a16:creationId xmlns:a16="http://schemas.microsoft.com/office/drawing/2014/main" id="{CCD030BF-CE82-8E2A-5D42-6EAE715D8D91}"/>
                  </a:ext>
                </a:extLst>
              </p:cNvPr>
              <p:cNvSpPr txBox="1">
                <a:spLocks noRot="1" noChangeAspect="1" noMove="1" noResize="1" noEditPoints="1" noAdjustHandles="1" noChangeArrowheads="1" noChangeShapeType="1" noTextEdit="1"/>
              </p:cNvSpPr>
              <p:nvPr/>
            </p:nvSpPr>
            <p:spPr>
              <a:xfrm>
                <a:off x="3056199" y="4117854"/>
                <a:ext cx="274519" cy="197555"/>
              </a:xfrm>
              <a:prstGeom prst="rect">
                <a:avLst/>
              </a:prstGeom>
              <a:blipFill>
                <a:blip r:embed="rId4"/>
                <a:stretch>
                  <a:fillRect/>
                </a:stretch>
              </a:blipFill>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50" name="TextBox 49">
                <a:extLst>
                  <a:ext uri="{FF2B5EF4-FFF2-40B4-BE49-F238E27FC236}">
                    <a16:creationId xmlns:a16="http://schemas.microsoft.com/office/drawing/2014/main" id="{5F956629-8D61-EC5E-96D7-D83871777E71}"/>
                  </a:ext>
                </a:extLst>
              </p:cNvPr>
              <p:cNvSpPr txBox="1"/>
              <p:nvPr/>
            </p:nvSpPr>
            <p:spPr>
              <a:xfrm>
                <a:off x="3228897" y="3535466"/>
                <a:ext cx="306356" cy="215444"/>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sSub>
                        <m:sSubPr>
                          <m:ctrlPr>
                            <a:rPr lang="en-US" altLang="ko-KR" sz="800" b="0" i="1" dirty="0" smtClean="0">
                              <a:solidFill>
                                <a:srgbClr val="FF0000"/>
                              </a:solidFill>
                              <a:latin typeface="Cambria Math" panose="02040503050406030204" pitchFamily="18" charset="0"/>
                              <a:ea typeface="AppleSDGothicNeoM00" panose="02000503000000000000" pitchFamily="2" charset="-127"/>
                            </a:rPr>
                          </m:ctrlPr>
                        </m:sSubPr>
                        <m:e>
                          <m:r>
                            <a:rPr lang="en-US" altLang="ko-KR" sz="800" b="0" i="1" dirty="0" smtClean="0">
                              <a:solidFill>
                                <a:srgbClr val="FF0000"/>
                              </a:solidFill>
                              <a:latin typeface="Cambria Math" panose="02040503050406030204" pitchFamily="18" charset="0"/>
                              <a:ea typeface="AppleSDGothicNeoM00" panose="02000503000000000000" pitchFamily="2" charset="-127"/>
                            </a:rPr>
                            <m:t>𝛼</m:t>
                          </m:r>
                        </m:e>
                        <m:sub>
                          <m:r>
                            <a:rPr lang="en-US" altLang="ko-KR" sz="800" b="0" i="1" dirty="0" smtClean="0">
                              <a:solidFill>
                                <a:srgbClr val="FF0000"/>
                              </a:solidFill>
                              <a:latin typeface="Cambria Math" panose="02040503050406030204" pitchFamily="18" charset="0"/>
                              <a:ea typeface="AppleSDGothicNeoM00" panose="02000503000000000000" pitchFamily="2" charset="-127"/>
                            </a:rPr>
                            <m:t>2</m:t>
                          </m:r>
                        </m:sub>
                      </m:sSub>
                    </m:oMath>
                  </m:oMathPara>
                </a14:m>
                <a:endParaRPr lang="ko-KR" altLang="en-US" sz="800" baseline="-25000" dirty="0">
                  <a:solidFill>
                    <a:srgbClr val="FF0000"/>
                  </a:solidFill>
                  <a:latin typeface="AppleSDGothicNeoM00" panose="02000503000000000000" pitchFamily="2" charset="-127"/>
                  <a:ea typeface="AppleSDGothicNeoM00" panose="02000503000000000000" pitchFamily="2" charset="-127"/>
                </a:endParaRPr>
              </a:p>
            </p:txBody>
          </p:sp>
        </mc:Choice>
        <mc:Fallback xmlns="">
          <p:sp>
            <p:nvSpPr>
              <p:cNvPr id="50" name="TextBox 49">
                <a:extLst>
                  <a:ext uri="{FF2B5EF4-FFF2-40B4-BE49-F238E27FC236}">
                    <a16:creationId xmlns:a16="http://schemas.microsoft.com/office/drawing/2014/main" id="{5F956629-8D61-EC5E-96D7-D83871777E71}"/>
                  </a:ext>
                </a:extLst>
              </p:cNvPr>
              <p:cNvSpPr txBox="1">
                <a:spLocks noRot="1" noChangeAspect="1" noMove="1" noResize="1" noEditPoints="1" noAdjustHandles="1" noChangeArrowheads="1" noChangeShapeType="1" noTextEdit="1"/>
              </p:cNvSpPr>
              <p:nvPr/>
            </p:nvSpPr>
            <p:spPr>
              <a:xfrm>
                <a:off x="3228897" y="3535466"/>
                <a:ext cx="306356" cy="215444"/>
              </a:xfrm>
              <a:prstGeom prst="rect">
                <a:avLst/>
              </a:prstGeom>
              <a:blipFill>
                <a:blip r:embed="rId5"/>
                <a:stretch>
                  <a:fillRect/>
                </a:stretch>
              </a:blipFill>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51" name="TextBox 50">
                <a:extLst>
                  <a:ext uri="{FF2B5EF4-FFF2-40B4-BE49-F238E27FC236}">
                    <a16:creationId xmlns:a16="http://schemas.microsoft.com/office/drawing/2014/main" id="{F97744BC-CA84-C9D3-B8CE-E198F1BE157C}"/>
                  </a:ext>
                </a:extLst>
              </p:cNvPr>
              <p:cNvSpPr txBox="1"/>
              <p:nvPr/>
            </p:nvSpPr>
            <p:spPr>
              <a:xfrm>
                <a:off x="2548030" y="4276989"/>
                <a:ext cx="306356" cy="215444"/>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sSub>
                        <m:sSubPr>
                          <m:ctrlPr>
                            <a:rPr lang="en-US" altLang="ko-KR" sz="800" b="0" i="1" dirty="0" smtClean="0">
                              <a:solidFill>
                                <a:srgbClr val="FF0000"/>
                              </a:solidFill>
                              <a:latin typeface="Cambria Math" panose="02040503050406030204" pitchFamily="18" charset="0"/>
                              <a:ea typeface="AppleSDGothicNeoM00" panose="02000503000000000000" pitchFamily="2" charset="-127"/>
                            </a:rPr>
                          </m:ctrlPr>
                        </m:sSubPr>
                        <m:e>
                          <m:r>
                            <a:rPr lang="en-US" altLang="ko-KR" sz="800" i="1" dirty="0" smtClean="0">
                              <a:solidFill>
                                <a:srgbClr val="FF0000"/>
                              </a:solidFill>
                              <a:latin typeface="Cambria Math" panose="02040503050406030204" pitchFamily="18" charset="0"/>
                              <a:ea typeface="AppleSDGothicNeoM00" panose="02000503000000000000" pitchFamily="2" charset="-127"/>
                            </a:rPr>
                            <m:t>𝛼</m:t>
                          </m:r>
                        </m:e>
                        <m:sub>
                          <m:r>
                            <a:rPr lang="en-US" altLang="ko-KR" sz="800" b="0" i="1" dirty="0" smtClean="0">
                              <a:solidFill>
                                <a:srgbClr val="FF0000"/>
                              </a:solidFill>
                              <a:latin typeface="Cambria Math" panose="02040503050406030204" pitchFamily="18" charset="0"/>
                              <a:ea typeface="AppleSDGothicNeoM00" panose="02000503000000000000" pitchFamily="2" charset="-127"/>
                            </a:rPr>
                            <m:t>1</m:t>
                          </m:r>
                        </m:sub>
                      </m:sSub>
                    </m:oMath>
                  </m:oMathPara>
                </a14:m>
                <a:endParaRPr lang="ko-KR" altLang="en-US" sz="800" baseline="-25000" dirty="0">
                  <a:solidFill>
                    <a:srgbClr val="FF0000"/>
                  </a:solidFill>
                  <a:latin typeface="AppleSDGothicNeoM00" panose="02000503000000000000" pitchFamily="2" charset="-127"/>
                  <a:ea typeface="AppleSDGothicNeoM00" panose="02000503000000000000" pitchFamily="2" charset="-127"/>
                </a:endParaRPr>
              </a:p>
            </p:txBody>
          </p:sp>
        </mc:Choice>
        <mc:Fallback xmlns="">
          <p:sp>
            <p:nvSpPr>
              <p:cNvPr id="51" name="TextBox 50">
                <a:extLst>
                  <a:ext uri="{FF2B5EF4-FFF2-40B4-BE49-F238E27FC236}">
                    <a16:creationId xmlns:a16="http://schemas.microsoft.com/office/drawing/2014/main" id="{F97744BC-CA84-C9D3-B8CE-E198F1BE157C}"/>
                  </a:ext>
                </a:extLst>
              </p:cNvPr>
              <p:cNvSpPr txBox="1">
                <a:spLocks noRot="1" noChangeAspect="1" noMove="1" noResize="1" noEditPoints="1" noAdjustHandles="1" noChangeArrowheads="1" noChangeShapeType="1" noTextEdit="1"/>
              </p:cNvSpPr>
              <p:nvPr/>
            </p:nvSpPr>
            <p:spPr>
              <a:xfrm>
                <a:off x="2548030" y="4276989"/>
                <a:ext cx="306356" cy="215444"/>
              </a:xfrm>
              <a:prstGeom prst="rect">
                <a:avLst/>
              </a:prstGeom>
              <a:blipFill>
                <a:blip r:embed="rId6"/>
                <a:stretch>
                  <a:fillRect/>
                </a:stretch>
              </a:blipFill>
            </p:spPr>
            <p:txBody>
              <a:bodyPr/>
              <a:lstStyle/>
              <a:p>
                <a:r>
                  <a:rPr lang="ko-KR" altLang="en-US">
                    <a:noFill/>
                  </a:rPr>
                  <a:t> </a:t>
                </a:r>
              </a:p>
            </p:txBody>
          </p:sp>
        </mc:Fallback>
      </mc:AlternateContent>
      <p:sp>
        <p:nvSpPr>
          <p:cNvPr id="52" name="TextBox 51">
            <a:extLst>
              <a:ext uri="{FF2B5EF4-FFF2-40B4-BE49-F238E27FC236}">
                <a16:creationId xmlns:a16="http://schemas.microsoft.com/office/drawing/2014/main" id="{2A41E171-E520-359F-79D5-C48EF8A1E119}"/>
              </a:ext>
            </a:extLst>
          </p:cNvPr>
          <p:cNvSpPr txBox="1"/>
          <p:nvPr/>
        </p:nvSpPr>
        <p:spPr>
          <a:xfrm>
            <a:off x="3747688" y="3963153"/>
            <a:ext cx="439664" cy="215444"/>
          </a:xfrm>
          <a:prstGeom prst="rect">
            <a:avLst/>
          </a:prstGeom>
          <a:noFill/>
        </p:spPr>
        <p:txBody>
          <a:bodyPr wrap="square" rtlCol="0">
            <a:spAutoFit/>
          </a:bodyPr>
          <a:lstStyle/>
          <a:p>
            <a:pPr algn="ctr"/>
            <a:r>
              <a:rPr lang="en-US" altLang="ko-KR" sz="800" dirty="0">
                <a:solidFill>
                  <a:srgbClr val="3101FF"/>
                </a:solidFill>
                <a:latin typeface="AppleSDGothicNeoM00" panose="02000503000000000000" pitchFamily="2" charset="-127"/>
                <a:ea typeface="AppleSDGothicNeoM00" panose="02000503000000000000" pitchFamily="2" charset="-127"/>
              </a:rPr>
              <a:t>IAF</a:t>
            </a:r>
            <a:endParaRPr lang="ko-KR" altLang="en-US" sz="800" dirty="0">
              <a:solidFill>
                <a:srgbClr val="3101FF"/>
              </a:solidFill>
              <a:latin typeface="AppleSDGothicNeoM00" panose="02000503000000000000" pitchFamily="2" charset="-127"/>
              <a:ea typeface="AppleSDGothicNeoM00" panose="02000503000000000000" pitchFamily="2" charset="-127"/>
            </a:endParaRPr>
          </a:p>
        </p:txBody>
      </p:sp>
      <p:sp>
        <p:nvSpPr>
          <p:cNvPr id="53" name="TextBox 52">
            <a:extLst>
              <a:ext uri="{FF2B5EF4-FFF2-40B4-BE49-F238E27FC236}">
                <a16:creationId xmlns:a16="http://schemas.microsoft.com/office/drawing/2014/main" id="{DA7EB9BD-94FD-C747-D648-B2B4301DDC92}"/>
              </a:ext>
            </a:extLst>
          </p:cNvPr>
          <p:cNvSpPr txBox="1"/>
          <p:nvPr/>
        </p:nvSpPr>
        <p:spPr>
          <a:xfrm>
            <a:off x="3442773" y="3368918"/>
            <a:ext cx="439664" cy="215444"/>
          </a:xfrm>
          <a:prstGeom prst="rect">
            <a:avLst/>
          </a:prstGeom>
          <a:noFill/>
        </p:spPr>
        <p:txBody>
          <a:bodyPr wrap="square" rtlCol="0">
            <a:spAutoFit/>
          </a:bodyPr>
          <a:lstStyle/>
          <a:p>
            <a:pPr algn="ctr"/>
            <a:r>
              <a:rPr lang="en-US" altLang="ko-KR" sz="800" dirty="0">
                <a:solidFill>
                  <a:srgbClr val="3101FF"/>
                </a:solidFill>
                <a:latin typeface="AppleSDGothicNeoM00" panose="02000503000000000000" pitchFamily="2" charset="-127"/>
                <a:ea typeface="AppleSDGothicNeoM00" panose="02000503000000000000" pitchFamily="2" charset="-127"/>
              </a:rPr>
              <a:t>IF</a:t>
            </a:r>
            <a:endParaRPr lang="ko-KR" altLang="en-US" sz="800" dirty="0">
              <a:solidFill>
                <a:srgbClr val="3101FF"/>
              </a:solidFill>
              <a:latin typeface="AppleSDGothicNeoM00" panose="02000503000000000000" pitchFamily="2" charset="-127"/>
              <a:ea typeface="AppleSDGothicNeoM00" panose="02000503000000000000" pitchFamily="2" charset="-127"/>
            </a:endParaRPr>
          </a:p>
        </p:txBody>
      </p:sp>
      <p:sp>
        <p:nvSpPr>
          <p:cNvPr id="54" name="TextBox 53">
            <a:extLst>
              <a:ext uri="{FF2B5EF4-FFF2-40B4-BE49-F238E27FC236}">
                <a16:creationId xmlns:a16="http://schemas.microsoft.com/office/drawing/2014/main" id="{CFAC373C-8018-86E2-0A7C-0C3F65365CA1}"/>
              </a:ext>
            </a:extLst>
          </p:cNvPr>
          <p:cNvSpPr txBox="1"/>
          <p:nvPr/>
        </p:nvSpPr>
        <p:spPr>
          <a:xfrm>
            <a:off x="6151649" y="6042557"/>
            <a:ext cx="355639" cy="215444"/>
          </a:xfrm>
          <a:prstGeom prst="rect">
            <a:avLst/>
          </a:prstGeom>
          <a:noFill/>
        </p:spPr>
        <p:txBody>
          <a:bodyPr wrap="square" rtlCol="0">
            <a:spAutoFit/>
          </a:bodyPr>
          <a:lstStyle/>
          <a:p>
            <a:pPr algn="ctr"/>
            <a:r>
              <a:rPr lang="en-US" altLang="ko-KR" sz="800" dirty="0" err="1">
                <a:solidFill>
                  <a:srgbClr val="FF0000"/>
                </a:solidFill>
                <a:latin typeface="AppleSDGothicNeoM00" panose="02000503000000000000" pitchFamily="2" charset="-127"/>
                <a:ea typeface="AppleSDGothicNeoM00" panose="02000503000000000000" pitchFamily="2" charset="-127"/>
              </a:rPr>
              <a:t>y</a:t>
            </a:r>
            <a:r>
              <a:rPr lang="en-US" altLang="ko-KR" sz="800" baseline="-25000" dirty="0" err="1">
                <a:solidFill>
                  <a:srgbClr val="FF0000"/>
                </a:solidFill>
                <a:latin typeface="AppleSDGothicNeoM00" panose="02000503000000000000" pitchFamily="2" charset="-127"/>
                <a:ea typeface="AppleSDGothicNeoM00" panose="02000503000000000000" pitchFamily="2" charset="-127"/>
              </a:rPr>
              <a:t>IAF</a:t>
            </a:r>
            <a:endParaRPr lang="ko-KR" altLang="en-US" sz="800" baseline="-25000" dirty="0">
              <a:solidFill>
                <a:srgbClr val="FF0000"/>
              </a:solidFill>
              <a:latin typeface="AppleSDGothicNeoM00" panose="02000503000000000000" pitchFamily="2" charset="-127"/>
              <a:ea typeface="AppleSDGothicNeoM00" panose="02000503000000000000" pitchFamily="2" charset="-127"/>
            </a:endParaRPr>
          </a:p>
        </p:txBody>
      </p:sp>
      <p:sp>
        <p:nvSpPr>
          <p:cNvPr id="55" name="TextBox 54">
            <a:extLst>
              <a:ext uri="{FF2B5EF4-FFF2-40B4-BE49-F238E27FC236}">
                <a16:creationId xmlns:a16="http://schemas.microsoft.com/office/drawing/2014/main" id="{E60C3081-F4E7-DCB3-2451-0A76A0CF4CA7}"/>
              </a:ext>
            </a:extLst>
          </p:cNvPr>
          <p:cNvSpPr txBox="1"/>
          <p:nvPr/>
        </p:nvSpPr>
        <p:spPr>
          <a:xfrm>
            <a:off x="1642340" y="1717084"/>
            <a:ext cx="1138874" cy="276999"/>
          </a:xfrm>
          <a:prstGeom prst="rect">
            <a:avLst/>
          </a:prstGeom>
          <a:noFill/>
        </p:spPr>
        <p:txBody>
          <a:bodyPr wrap="square" rtlCol="0">
            <a:spAutoFit/>
          </a:bodyPr>
          <a:lstStyle/>
          <a:p>
            <a:pPr algn="ctr"/>
            <a:r>
              <a:rPr lang="en-US" altLang="ko-KR" sz="1200" dirty="0">
                <a:latin typeface="AppleSDGothicNeoM00" panose="02000503000000000000" pitchFamily="2" charset="-127"/>
                <a:ea typeface="AppleSDGothicNeoM00" panose="02000503000000000000" pitchFamily="2" charset="-127"/>
              </a:rPr>
              <a:t>Transition ring </a:t>
            </a:r>
            <a:endParaRPr lang="ko-KR" altLang="en-US" sz="1200" dirty="0">
              <a:latin typeface="AppleSDGothicNeoM00" panose="02000503000000000000" pitchFamily="2" charset="-127"/>
              <a:ea typeface="AppleSDGothicNeoM00" panose="02000503000000000000" pitchFamily="2" charset="-127"/>
            </a:endParaRPr>
          </a:p>
        </p:txBody>
      </p:sp>
      <p:pic>
        <p:nvPicPr>
          <p:cNvPr id="56" name="그림 55">
            <a:extLst>
              <a:ext uri="{FF2B5EF4-FFF2-40B4-BE49-F238E27FC236}">
                <a16:creationId xmlns:a16="http://schemas.microsoft.com/office/drawing/2014/main" id="{517D6D3A-7806-D7D3-0C6A-E5B412A85188}"/>
              </a:ext>
            </a:extLst>
          </p:cNvPr>
          <p:cNvPicPr>
            <a:picLocks noChangeAspect="1"/>
          </p:cNvPicPr>
          <p:nvPr/>
        </p:nvPicPr>
        <p:blipFill>
          <a:blip r:embed="rId7"/>
          <a:stretch>
            <a:fillRect/>
          </a:stretch>
        </p:blipFill>
        <p:spPr>
          <a:xfrm>
            <a:off x="6212328" y="44090"/>
            <a:ext cx="3598788" cy="2035678"/>
          </a:xfrm>
          <a:prstGeom prst="rect">
            <a:avLst/>
          </a:prstGeom>
        </p:spPr>
      </p:pic>
      <p:pic>
        <p:nvPicPr>
          <p:cNvPr id="57" name="그림 56">
            <a:extLst>
              <a:ext uri="{FF2B5EF4-FFF2-40B4-BE49-F238E27FC236}">
                <a16:creationId xmlns:a16="http://schemas.microsoft.com/office/drawing/2014/main" id="{10F495F0-5D25-E52E-768B-9DAB50E8A9BD}"/>
              </a:ext>
            </a:extLst>
          </p:cNvPr>
          <p:cNvPicPr>
            <a:picLocks noChangeAspect="1"/>
          </p:cNvPicPr>
          <p:nvPr/>
        </p:nvPicPr>
        <p:blipFill>
          <a:blip r:embed="rId8"/>
          <a:stretch>
            <a:fillRect/>
          </a:stretch>
        </p:blipFill>
        <p:spPr>
          <a:xfrm>
            <a:off x="5387729" y="2498995"/>
            <a:ext cx="5383338" cy="3392679"/>
          </a:xfrm>
          <a:prstGeom prst="rect">
            <a:avLst/>
          </a:prstGeom>
        </p:spPr>
      </p:pic>
      <p:sp>
        <p:nvSpPr>
          <p:cNvPr id="58" name="제목 1">
            <a:extLst>
              <a:ext uri="{FF2B5EF4-FFF2-40B4-BE49-F238E27FC236}">
                <a16:creationId xmlns:a16="http://schemas.microsoft.com/office/drawing/2014/main" id="{71D8F369-BA04-8008-80F2-EF4B202D335B}"/>
              </a:ext>
            </a:extLst>
          </p:cNvPr>
          <p:cNvSpPr>
            <a:spLocks noGrp="1"/>
          </p:cNvSpPr>
          <p:nvPr>
            <p:ph type="title"/>
          </p:nvPr>
        </p:nvSpPr>
        <p:spPr>
          <a:xfrm>
            <a:off x="255467" y="197014"/>
            <a:ext cx="10515600" cy="708549"/>
          </a:xfrm>
        </p:spPr>
        <p:txBody>
          <a:bodyPr>
            <a:normAutofit fontScale="90000"/>
          </a:bodyPr>
          <a:lstStyle/>
          <a:p>
            <a:r>
              <a:rPr lang="en-US" altLang="ko-KR" dirty="0" err="1"/>
              <a:t>Deproach</a:t>
            </a:r>
            <a:r>
              <a:rPr lang="en-US" altLang="ko-KR" dirty="0"/>
              <a:t> concept</a:t>
            </a:r>
            <a:endParaRPr lang="ko-KR" altLang="en-US" dirty="0"/>
          </a:p>
        </p:txBody>
      </p:sp>
    </p:spTree>
    <p:extLst>
      <p:ext uri="{BB962C8B-B14F-4D97-AF65-F5344CB8AC3E}">
        <p14:creationId xmlns:p14="http://schemas.microsoft.com/office/powerpoint/2010/main" val="114030284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그림 5">
            <a:extLst>
              <a:ext uri="{FF2B5EF4-FFF2-40B4-BE49-F238E27FC236}">
                <a16:creationId xmlns:a16="http://schemas.microsoft.com/office/drawing/2014/main" id="{AB30B5D5-E8CD-651E-0087-0965C833EE9F}"/>
              </a:ext>
            </a:extLst>
          </p:cNvPr>
          <p:cNvPicPr>
            <a:picLocks noChangeAspect="1"/>
          </p:cNvPicPr>
          <p:nvPr/>
        </p:nvPicPr>
        <p:blipFill>
          <a:blip r:embed="rId3"/>
          <a:stretch>
            <a:fillRect/>
          </a:stretch>
        </p:blipFill>
        <p:spPr>
          <a:xfrm>
            <a:off x="-520689" y="384579"/>
            <a:ext cx="8851890" cy="6139490"/>
          </a:xfrm>
          <a:prstGeom prst="rect">
            <a:avLst/>
          </a:prstGeom>
        </p:spPr>
      </p:pic>
      <p:sp>
        <p:nvSpPr>
          <p:cNvPr id="8" name="TextBox 7">
            <a:extLst>
              <a:ext uri="{FF2B5EF4-FFF2-40B4-BE49-F238E27FC236}">
                <a16:creationId xmlns:a16="http://schemas.microsoft.com/office/drawing/2014/main" id="{77E16CB1-44B5-96DC-2C22-FE4B006A73E9}"/>
              </a:ext>
            </a:extLst>
          </p:cNvPr>
          <p:cNvSpPr txBox="1"/>
          <p:nvPr/>
        </p:nvSpPr>
        <p:spPr>
          <a:xfrm>
            <a:off x="8331201" y="980023"/>
            <a:ext cx="3775918" cy="5345053"/>
          </a:xfrm>
          <a:prstGeom prst="rect">
            <a:avLst/>
          </a:prstGeom>
          <a:noFill/>
        </p:spPr>
        <p:txBody>
          <a:bodyPr wrap="square">
            <a:spAutoFit/>
          </a:bodyPr>
          <a:lstStyle/>
          <a:p>
            <a:pPr marL="342900" lvl="0" indent="-342900" latinLnBrk="1">
              <a:spcAft>
                <a:spcPts val="800"/>
              </a:spcAft>
              <a:buFont typeface="+mj-lt"/>
              <a:buAutoNum type="arabicPeriod"/>
              <a:tabLst>
                <a:tab pos="457200" algn="l"/>
              </a:tabLst>
            </a:pPr>
            <a:r>
              <a:rPr lang="ko-KR" altLang="ko-KR" sz="1400" b="1" u="sng" kern="100" dirty="0">
                <a:effectLst/>
                <a:latin typeface="맑은 고딕" panose="020B0503020000020004" pitchFamily="50" charset="-127"/>
                <a:ea typeface="맑은 고딕" panose="020B0503020000020004" pitchFamily="50" charset="-127"/>
                <a:cs typeface="Times New Roman" panose="02020603050405020304" pitchFamily="18" charset="0"/>
              </a:rPr>
              <a:t>비행고도</a:t>
            </a:r>
            <a:r>
              <a:rPr lang="en-US" altLang="ko-KR" sz="1400" b="1" u="sng" kern="100" dirty="0">
                <a:effectLst/>
                <a:latin typeface="맑은 고딕" panose="020B0503020000020004" pitchFamily="50" charset="-127"/>
                <a:ea typeface="맑은 고딕" panose="020B0503020000020004" pitchFamily="50" charset="-127"/>
                <a:cs typeface="Times New Roman" panose="02020603050405020304" pitchFamily="18" charset="0"/>
              </a:rPr>
              <a:t>, descent/ascent angle</a:t>
            </a:r>
            <a:r>
              <a:rPr lang="ko-KR" altLang="ko-KR" sz="1400" b="1" u="sng" kern="100" dirty="0">
                <a:effectLst/>
                <a:latin typeface="맑은 고딕" panose="020B0503020000020004" pitchFamily="50" charset="-127"/>
                <a:ea typeface="맑은 고딕" panose="020B0503020000020004" pitchFamily="50" charset="-127"/>
                <a:cs typeface="Times New Roman" panose="02020603050405020304" pitchFamily="18" charset="0"/>
              </a:rPr>
              <a:t>에 따른</a:t>
            </a:r>
            <a:r>
              <a:rPr lang="en-US" altLang="ko-KR" sz="1400" b="1" u="sng" kern="100" dirty="0">
                <a:effectLst/>
                <a:latin typeface="맑은 고딕" panose="020B0503020000020004" pitchFamily="50" charset="-127"/>
                <a:ea typeface="맑은 고딕" panose="020B0503020000020004" pitchFamily="50" charset="-127"/>
                <a:cs typeface="Times New Roman" panose="02020603050405020304" pitchFamily="18" charset="0"/>
              </a:rPr>
              <a:t> </a:t>
            </a:r>
            <a:r>
              <a:rPr lang="en-US" altLang="ko-KR" sz="1400" b="1" u="sng" kern="100" dirty="0" err="1">
                <a:effectLst/>
                <a:latin typeface="맑은 고딕" panose="020B0503020000020004" pitchFamily="50" charset="-127"/>
                <a:ea typeface="맑은 고딕" panose="020B0503020000020004" pitchFamily="50" charset="-127"/>
                <a:cs typeface="Times New Roman" panose="02020603050405020304" pitchFamily="18" charset="0"/>
              </a:rPr>
              <a:t>deproach</a:t>
            </a:r>
            <a:r>
              <a:rPr lang="en-US" altLang="ko-KR" sz="1400" b="1" u="sng" kern="100" dirty="0">
                <a:effectLst/>
                <a:latin typeface="맑은 고딕" panose="020B0503020000020004" pitchFamily="50" charset="-127"/>
                <a:ea typeface="맑은 고딕" panose="020B0503020000020004" pitchFamily="50" charset="-127"/>
                <a:cs typeface="Times New Roman" panose="02020603050405020304" pitchFamily="18" charset="0"/>
              </a:rPr>
              <a:t> dimension </a:t>
            </a:r>
            <a:r>
              <a:rPr lang="ko-KR" altLang="ko-KR" sz="1400" b="1" u="sng" kern="100" dirty="0">
                <a:effectLst/>
                <a:latin typeface="맑은 고딕" panose="020B0503020000020004" pitchFamily="50" charset="-127"/>
                <a:ea typeface="맑은 고딕" panose="020B0503020000020004" pitchFamily="50" charset="-127"/>
                <a:cs typeface="Times New Roman" panose="02020603050405020304" pitchFamily="18" charset="0"/>
              </a:rPr>
              <a:t>변화</a:t>
            </a:r>
            <a:r>
              <a:rPr lang="en-US" altLang="ko-KR" sz="1400" u="sng" kern="100" dirty="0">
                <a:effectLst/>
                <a:latin typeface="맑은 고딕" panose="020B0503020000020004" pitchFamily="50" charset="-127"/>
                <a:ea typeface="맑은 고딕" panose="020B0503020000020004" pitchFamily="50" charset="-127"/>
                <a:cs typeface="Times New Roman" panose="02020603050405020304" pitchFamily="18" charset="0"/>
              </a:rPr>
              <a:t>(</a:t>
            </a:r>
            <a:r>
              <a:rPr lang="en-US" altLang="ko-KR" sz="1400" kern="100" dirty="0">
                <a:effectLst/>
                <a:latin typeface="맑은 고딕" panose="020B0503020000020004" pitchFamily="50" charset="-127"/>
                <a:ea typeface="맑은 고딕" panose="020B0503020000020004" pitchFamily="50" charset="-127"/>
                <a:cs typeface="Times New Roman" panose="02020603050405020304" pitchFamily="18" charset="0"/>
              </a:rPr>
              <a:t>+ </a:t>
            </a:r>
            <a:r>
              <a:rPr lang="ko-KR" altLang="ko-KR" sz="1400" kern="100" dirty="0">
                <a:effectLst/>
                <a:latin typeface="맑은 고딕" panose="020B0503020000020004" pitchFamily="50" charset="-127"/>
                <a:ea typeface="맑은 고딕" panose="020B0503020000020004" pitchFamily="50" charset="-127"/>
                <a:cs typeface="Times New Roman" panose="02020603050405020304" pitchFamily="18" charset="0"/>
              </a:rPr>
              <a:t>이에 따른 소음 영향권 변화</a:t>
            </a:r>
            <a:r>
              <a:rPr lang="en-US" altLang="ko-KR" sz="1400" kern="100" dirty="0">
                <a:effectLst/>
                <a:latin typeface="맑은 고딕" panose="020B0503020000020004" pitchFamily="50" charset="-127"/>
                <a:ea typeface="맑은 고딕" panose="020B0503020000020004" pitchFamily="50" charset="-127"/>
                <a:cs typeface="Times New Roman" panose="02020603050405020304" pitchFamily="18" charset="0"/>
              </a:rPr>
              <a:t>)</a:t>
            </a:r>
            <a:endParaRPr lang="ko-KR" altLang="ko-KR"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p>
            <a:pPr marL="342900" lvl="0" indent="-342900" latinLnBrk="1">
              <a:spcAft>
                <a:spcPts val="800"/>
              </a:spcAft>
              <a:buFont typeface="맑은 고딕" panose="020B0503020000020004" pitchFamily="50" charset="-127"/>
              <a:buChar char="-"/>
            </a:pPr>
            <a:r>
              <a:rPr lang="en-US" altLang="ko-KR" sz="1400" kern="100" dirty="0" err="1">
                <a:effectLst/>
                <a:latin typeface="맑은 고딕" panose="020B0503020000020004" pitchFamily="50" charset="-127"/>
                <a:ea typeface="맑은 고딕" panose="020B0503020000020004" pitchFamily="50" charset="-127"/>
                <a:cs typeface="Times New Roman" panose="02020603050405020304" pitchFamily="18" charset="0"/>
              </a:rPr>
              <a:t>Deproach</a:t>
            </a:r>
            <a:r>
              <a:rPr lang="en-US" altLang="ko-KR" sz="1400" kern="100" dirty="0">
                <a:effectLst/>
                <a:latin typeface="맑은 고딕" panose="020B0503020000020004" pitchFamily="50" charset="-127"/>
                <a:ea typeface="맑은 고딕" panose="020B0503020000020004" pitchFamily="50" charset="-127"/>
                <a:cs typeface="Times New Roman" panose="02020603050405020304" pitchFamily="18" charset="0"/>
              </a:rPr>
              <a:t> </a:t>
            </a:r>
            <a:r>
              <a:rPr lang="ko-KR" altLang="ko-KR" sz="1400" kern="100" dirty="0">
                <a:effectLst/>
                <a:latin typeface="맑은 고딕" panose="020B0503020000020004" pitchFamily="50" charset="-127"/>
                <a:ea typeface="맑은 고딕" panose="020B0503020000020004" pitchFamily="50" charset="-127"/>
                <a:cs typeface="Times New Roman" panose="02020603050405020304" pitchFamily="18" charset="0"/>
              </a:rPr>
              <a:t>컨셉에 따르면</a:t>
            </a:r>
            <a:r>
              <a:rPr lang="en-US" altLang="ko-KR" sz="1400" kern="100" dirty="0">
                <a:effectLst/>
                <a:latin typeface="맑은 고딕" panose="020B0503020000020004" pitchFamily="50" charset="-127"/>
                <a:ea typeface="맑은 고딕" panose="020B0503020000020004" pitchFamily="50" charset="-127"/>
                <a:cs typeface="Times New Roman" panose="02020603050405020304" pitchFamily="18" charset="0"/>
              </a:rPr>
              <a:t>, </a:t>
            </a:r>
            <a:r>
              <a:rPr lang="ko-KR" altLang="ko-KR" sz="1400" kern="100" dirty="0">
                <a:effectLst/>
                <a:latin typeface="맑은 고딕" panose="020B0503020000020004" pitchFamily="50" charset="-127"/>
                <a:ea typeface="맑은 고딕" panose="020B0503020000020004" pitchFamily="50" charset="-127"/>
                <a:cs typeface="Times New Roman" panose="02020603050405020304" pitchFamily="18" charset="0"/>
              </a:rPr>
              <a:t>기체는</a:t>
            </a:r>
            <a:r>
              <a:rPr lang="en-US" altLang="ko-KR" sz="1400" kern="100" dirty="0">
                <a:effectLst/>
                <a:latin typeface="맑은 고딕" panose="020B0503020000020004" pitchFamily="50" charset="-127"/>
                <a:ea typeface="맑은 고딕" panose="020B0503020000020004" pitchFamily="50" charset="-127"/>
                <a:cs typeface="Times New Roman" panose="02020603050405020304" pitchFamily="18" charset="0"/>
              </a:rPr>
              <a:t> Outer Ring</a:t>
            </a:r>
            <a:r>
              <a:rPr lang="ko-KR" altLang="ko-KR" sz="1400" kern="100" dirty="0">
                <a:effectLst/>
                <a:latin typeface="맑은 고딕" panose="020B0503020000020004" pitchFamily="50" charset="-127"/>
                <a:ea typeface="맑은 고딕" panose="020B0503020000020004" pitchFamily="50" charset="-127"/>
                <a:cs typeface="Times New Roman" panose="02020603050405020304" pitchFamily="18" charset="0"/>
              </a:rPr>
              <a:t>의</a:t>
            </a:r>
            <a:r>
              <a:rPr lang="en-US" altLang="ko-KR" sz="1400" kern="100" dirty="0">
                <a:effectLst/>
                <a:latin typeface="맑은 고딕" panose="020B0503020000020004" pitchFamily="50" charset="-127"/>
                <a:ea typeface="맑은 고딕" panose="020B0503020000020004" pitchFamily="50" charset="-127"/>
                <a:cs typeface="Times New Roman" panose="02020603050405020304" pitchFamily="18" charset="0"/>
              </a:rPr>
              <a:t> Initial Approach Fix </a:t>
            </a:r>
            <a:r>
              <a:rPr lang="en-US" altLang="ko-KR" sz="1400" b="1" kern="100" dirty="0">
                <a:effectLst/>
                <a:latin typeface="맑은 고딕" panose="020B0503020000020004" pitchFamily="50" charset="-127"/>
                <a:ea typeface="맑은 고딕" panose="020B0503020000020004" pitchFamily="50" charset="-127"/>
                <a:cs typeface="Times New Roman" panose="02020603050405020304" pitchFamily="18" charset="0"/>
              </a:rPr>
              <a:t>(IAF)</a:t>
            </a:r>
            <a:r>
              <a:rPr lang="ko-KR" altLang="ko-KR" sz="1400" kern="100" dirty="0">
                <a:effectLst/>
                <a:latin typeface="맑은 고딕" panose="020B0503020000020004" pitchFamily="50" charset="-127"/>
                <a:ea typeface="맑은 고딕" panose="020B0503020000020004" pitchFamily="50" charset="-127"/>
                <a:cs typeface="Times New Roman" panose="02020603050405020304" pitchFamily="18" charset="0"/>
              </a:rPr>
              <a:t>→</a:t>
            </a:r>
            <a:r>
              <a:rPr lang="en-US" altLang="ko-KR" sz="1400" kern="100" dirty="0">
                <a:effectLst/>
                <a:latin typeface="맑은 고딕" panose="020B0503020000020004" pitchFamily="50" charset="-127"/>
                <a:ea typeface="맑은 고딕" panose="020B0503020000020004" pitchFamily="50" charset="-127"/>
                <a:cs typeface="Times New Roman" panose="02020603050405020304" pitchFamily="18" charset="0"/>
              </a:rPr>
              <a:t> Intermediate Ring</a:t>
            </a:r>
            <a:r>
              <a:rPr lang="ko-KR" altLang="ko-KR" sz="1400" kern="100" dirty="0">
                <a:effectLst/>
                <a:latin typeface="맑은 고딕" panose="020B0503020000020004" pitchFamily="50" charset="-127"/>
                <a:ea typeface="맑은 고딕" panose="020B0503020000020004" pitchFamily="50" charset="-127"/>
                <a:cs typeface="Times New Roman" panose="02020603050405020304" pitchFamily="18" charset="0"/>
              </a:rPr>
              <a:t>의</a:t>
            </a:r>
            <a:r>
              <a:rPr lang="en-US" altLang="ko-KR" sz="1400" kern="100" dirty="0">
                <a:effectLst/>
                <a:latin typeface="맑은 고딕" panose="020B0503020000020004" pitchFamily="50" charset="-127"/>
                <a:ea typeface="맑은 고딕" panose="020B0503020000020004" pitchFamily="50" charset="-127"/>
                <a:cs typeface="Times New Roman" panose="02020603050405020304" pitchFamily="18" charset="0"/>
              </a:rPr>
              <a:t> Intermediate Fix </a:t>
            </a:r>
            <a:r>
              <a:rPr lang="en-US" altLang="ko-KR" sz="1400" b="1" kern="100" dirty="0">
                <a:effectLst/>
                <a:latin typeface="맑은 고딕" panose="020B0503020000020004" pitchFamily="50" charset="-127"/>
                <a:ea typeface="맑은 고딕" panose="020B0503020000020004" pitchFamily="50" charset="-127"/>
                <a:cs typeface="Times New Roman" panose="02020603050405020304" pitchFamily="18" charset="0"/>
              </a:rPr>
              <a:t>(IF)</a:t>
            </a:r>
            <a:r>
              <a:rPr lang="en-US" altLang="ko-KR" sz="1400" kern="100" dirty="0">
                <a:effectLst/>
                <a:latin typeface="맑은 고딕" panose="020B0503020000020004" pitchFamily="50" charset="-127"/>
                <a:ea typeface="맑은 고딕" panose="020B0503020000020004" pitchFamily="50" charset="-127"/>
                <a:cs typeface="Times New Roman" panose="02020603050405020304" pitchFamily="18" charset="0"/>
              </a:rPr>
              <a:t> </a:t>
            </a:r>
            <a:r>
              <a:rPr lang="ko-KR" altLang="ko-KR" sz="1400" kern="100" dirty="0">
                <a:effectLst/>
                <a:latin typeface="맑은 고딕" panose="020B0503020000020004" pitchFamily="50" charset="-127"/>
                <a:ea typeface="맑은 고딕" panose="020B0503020000020004" pitchFamily="50" charset="-127"/>
                <a:cs typeface="Times New Roman" panose="02020603050405020304" pitchFamily="18" charset="0"/>
              </a:rPr>
              <a:t>→</a:t>
            </a:r>
            <a:r>
              <a:rPr lang="en-US" altLang="ko-KR" sz="1400" kern="100" dirty="0">
                <a:effectLst/>
                <a:latin typeface="맑은 고딕" panose="020B0503020000020004" pitchFamily="50" charset="-127"/>
                <a:ea typeface="맑은 고딕" panose="020B0503020000020004" pitchFamily="50" charset="-127"/>
                <a:cs typeface="Times New Roman" panose="02020603050405020304" pitchFamily="18" charset="0"/>
              </a:rPr>
              <a:t> Inner Ring</a:t>
            </a:r>
            <a:r>
              <a:rPr lang="ko-KR" altLang="ko-KR" sz="1400" kern="100" dirty="0">
                <a:effectLst/>
                <a:latin typeface="맑은 고딕" panose="020B0503020000020004" pitchFamily="50" charset="-127"/>
                <a:ea typeface="맑은 고딕" panose="020B0503020000020004" pitchFamily="50" charset="-127"/>
                <a:cs typeface="Times New Roman" panose="02020603050405020304" pitchFamily="18" charset="0"/>
              </a:rPr>
              <a:t>의</a:t>
            </a:r>
            <a:r>
              <a:rPr lang="en-US" altLang="ko-KR" sz="1400" kern="100" dirty="0">
                <a:effectLst/>
                <a:latin typeface="맑은 고딕" panose="020B0503020000020004" pitchFamily="50" charset="-127"/>
                <a:ea typeface="맑은 고딕" panose="020B0503020000020004" pitchFamily="50" charset="-127"/>
                <a:cs typeface="Times New Roman" panose="02020603050405020304" pitchFamily="18" charset="0"/>
              </a:rPr>
              <a:t> Final Approach Fix </a:t>
            </a:r>
            <a:r>
              <a:rPr lang="en-US" altLang="ko-KR" sz="1400" b="1" kern="100" dirty="0">
                <a:effectLst/>
                <a:latin typeface="맑은 고딕" panose="020B0503020000020004" pitchFamily="50" charset="-127"/>
                <a:ea typeface="맑은 고딕" panose="020B0503020000020004" pitchFamily="50" charset="-127"/>
                <a:cs typeface="Times New Roman" panose="02020603050405020304" pitchFamily="18" charset="0"/>
              </a:rPr>
              <a:t>(FAF)</a:t>
            </a:r>
            <a:r>
              <a:rPr lang="ko-KR" altLang="ko-KR" sz="1400" kern="100" dirty="0">
                <a:effectLst/>
                <a:latin typeface="맑은 고딕" panose="020B0503020000020004" pitchFamily="50" charset="-127"/>
                <a:ea typeface="맑은 고딕" panose="020B0503020000020004" pitchFamily="50" charset="-127"/>
                <a:cs typeface="Times New Roman" panose="02020603050405020304" pitchFamily="18" charset="0"/>
              </a:rPr>
              <a:t>로 진행</a:t>
            </a:r>
            <a:endParaRPr lang="ko-KR" altLang="ko-KR"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p>
            <a:pPr marL="342900" lvl="0" indent="-342900" latinLnBrk="1">
              <a:spcAft>
                <a:spcPts val="800"/>
              </a:spcAft>
              <a:buFont typeface="맑은 고딕" panose="020B0503020000020004" pitchFamily="50" charset="-127"/>
              <a:buChar char="-"/>
            </a:pPr>
            <a:r>
              <a:rPr lang="en-US" altLang="ko-KR" sz="1400" kern="100" dirty="0">
                <a:effectLst/>
                <a:latin typeface="맑은 고딕" panose="020B0503020000020004" pitchFamily="50" charset="-127"/>
                <a:ea typeface="맑은 고딕" panose="020B0503020000020004" pitchFamily="50" charset="-127"/>
                <a:cs typeface="Times New Roman" panose="02020603050405020304" pitchFamily="18" charset="0"/>
              </a:rPr>
              <a:t>IAF</a:t>
            </a:r>
            <a:r>
              <a:rPr lang="ko-KR" altLang="ko-KR" sz="1400" kern="100" dirty="0">
                <a:effectLst/>
                <a:latin typeface="맑은 고딕" panose="020B0503020000020004" pitchFamily="50" charset="-127"/>
                <a:ea typeface="맑은 고딕" panose="020B0503020000020004" pitchFamily="50" charset="-127"/>
                <a:cs typeface="Times New Roman" panose="02020603050405020304" pitchFamily="18" charset="0"/>
              </a:rPr>
              <a:t>에서</a:t>
            </a:r>
            <a:r>
              <a:rPr lang="en-US" altLang="ko-KR" sz="1400" kern="100" dirty="0">
                <a:effectLst/>
                <a:latin typeface="맑은 고딕" panose="020B0503020000020004" pitchFamily="50" charset="-127"/>
                <a:ea typeface="맑은 고딕" panose="020B0503020000020004" pitchFamily="50" charset="-127"/>
                <a:cs typeface="Times New Roman" panose="02020603050405020304" pitchFamily="18" charset="0"/>
              </a:rPr>
              <a:t> FAF</a:t>
            </a:r>
            <a:r>
              <a:rPr lang="ko-KR" altLang="ko-KR" sz="1400" kern="100" dirty="0">
                <a:effectLst/>
                <a:latin typeface="맑은 고딕" panose="020B0503020000020004" pitchFamily="50" charset="-127"/>
                <a:ea typeface="맑은 고딕" panose="020B0503020000020004" pitchFamily="50" charset="-127"/>
                <a:cs typeface="Times New Roman" panose="02020603050405020304" pitchFamily="18" charset="0"/>
              </a:rPr>
              <a:t>까지 같은 고도를 유지한 채 </a:t>
            </a:r>
            <a:r>
              <a:rPr lang="en-US" altLang="ko-KR" sz="1400" b="1" kern="100" dirty="0">
                <a:effectLst/>
                <a:latin typeface="맑은 고딕" panose="020B0503020000020004" pitchFamily="50" charset="-127"/>
                <a:ea typeface="맑은 고딕" panose="020B0503020000020004" pitchFamily="50" charset="-127"/>
                <a:cs typeface="Times New Roman" panose="02020603050405020304" pitchFamily="18" charset="0"/>
              </a:rPr>
              <a:t>Radius-to-Fix (RF) leg</a:t>
            </a:r>
            <a:r>
              <a:rPr lang="ko-KR" altLang="ko-KR" sz="1400" kern="100" dirty="0">
                <a:effectLst/>
                <a:latin typeface="맑은 고딕" panose="020B0503020000020004" pitchFamily="50" charset="-127"/>
                <a:ea typeface="맑은 고딕" panose="020B0503020000020004" pitchFamily="50" charset="-127"/>
                <a:cs typeface="Times New Roman" panose="02020603050405020304" pitchFamily="18" charset="0"/>
              </a:rPr>
              <a:t>을 따라 선회 후</a:t>
            </a:r>
            <a:r>
              <a:rPr lang="en-US" altLang="ko-KR" sz="1400" kern="100" dirty="0">
                <a:effectLst/>
                <a:latin typeface="맑은 고딕" panose="020B0503020000020004" pitchFamily="50" charset="-127"/>
                <a:ea typeface="맑은 고딕" panose="020B0503020000020004" pitchFamily="50" charset="-127"/>
                <a:cs typeface="Times New Roman" panose="02020603050405020304" pitchFamily="18" charset="0"/>
              </a:rPr>
              <a:t>, FAF</a:t>
            </a:r>
            <a:r>
              <a:rPr lang="ko-KR" altLang="ko-KR" sz="1400" kern="100" dirty="0">
                <a:effectLst/>
                <a:latin typeface="맑은 고딕" panose="020B0503020000020004" pitchFamily="50" charset="-127"/>
                <a:ea typeface="맑은 고딕" panose="020B0503020000020004" pitchFamily="50" charset="-127"/>
                <a:cs typeface="Times New Roman" panose="02020603050405020304" pitchFamily="18" charset="0"/>
              </a:rPr>
              <a:t>에서</a:t>
            </a:r>
            <a:r>
              <a:rPr lang="en-US" altLang="ko-KR" sz="1400" kern="100" dirty="0">
                <a:effectLst/>
                <a:latin typeface="맑은 고딕" panose="020B0503020000020004" pitchFamily="50" charset="-127"/>
                <a:ea typeface="맑은 고딕" panose="020B0503020000020004" pitchFamily="50" charset="-127"/>
                <a:cs typeface="Times New Roman" panose="02020603050405020304" pitchFamily="18" charset="0"/>
              </a:rPr>
              <a:t> Vertiport (VP)</a:t>
            </a:r>
            <a:r>
              <a:rPr lang="ko-KR" altLang="ko-KR" sz="1400" kern="100" dirty="0">
                <a:effectLst/>
                <a:latin typeface="맑은 고딕" panose="020B0503020000020004" pitchFamily="50" charset="-127"/>
                <a:ea typeface="맑은 고딕" panose="020B0503020000020004" pitchFamily="50" charset="-127"/>
                <a:cs typeface="Times New Roman" panose="02020603050405020304" pitchFamily="18" charset="0"/>
              </a:rPr>
              <a:t>까지 </a:t>
            </a:r>
            <a:r>
              <a:rPr lang="en-US" altLang="ko-KR" sz="1400" b="1" kern="100" dirty="0">
                <a:effectLst/>
                <a:latin typeface="맑은 고딕" panose="020B0503020000020004" pitchFamily="50" charset="-127"/>
                <a:ea typeface="맑은 고딕" panose="020B0503020000020004" pitchFamily="50" charset="-127"/>
                <a:cs typeface="Times New Roman" panose="02020603050405020304" pitchFamily="18" charset="0"/>
              </a:rPr>
              <a:t>Track-to-Fix (TF) leg</a:t>
            </a:r>
            <a:r>
              <a:rPr lang="ko-KR" altLang="ko-KR" sz="1400" kern="100" dirty="0">
                <a:effectLst/>
                <a:latin typeface="맑은 고딕" panose="020B0503020000020004" pitchFamily="50" charset="-127"/>
                <a:ea typeface="맑은 고딕" panose="020B0503020000020004" pitchFamily="50" charset="-127"/>
                <a:cs typeface="Times New Roman" panose="02020603050405020304" pitchFamily="18" charset="0"/>
              </a:rPr>
              <a:t>을 따라 하강</a:t>
            </a:r>
            <a:endParaRPr lang="ko-KR" altLang="ko-KR"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p>
            <a:pPr marL="342900" lvl="0" indent="-342900" latinLnBrk="1">
              <a:spcAft>
                <a:spcPts val="800"/>
              </a:spcAft>
              <a:buFont typeface="맑은 고딕" panose="020B0503020000020004" pitchFamily="50" charset="-127"/>
              <a:buChar char="-"/>
            </a:pPr>
            <a:r>
              <a:rPr lang="en-US" altLang="ko-KR" sz="1400" b="1" kern="100" dirty="0">
                <a:effectLst/>
                <a:latin typeface="맑은 고딕" panose="020B0503020000020004" pitchFamily="50" charset="-127"/>
                <a:ea typeface="맑은 고딕" panose="020B0503020000020004" pitchFamily="50" charset="-127"/>
                <a:cs typeface="Times New Roman" panose="02020603050405020304" pitchFamily="18" charset="0"/>
              </a:rPr>
              <a:t>VP</a:t>
            </a:r>
            <a:r>
              <a:rPr lang="ko-KR" altLang="ko-KR" sz="1400" b="1" kern="100" dirty="0" err="1">
                <a:effectLst/>
                <a:latin typeface="맑은 고딕" panose="020B0503020000020004" pitchFamily="50" charset="-127"/>
                <a:ea typeface="맑은 고딕" panose="020B0503020000020004" pitchFamily="50" charset="-127"/>
                <a:cs typeface="Times New Roman" panose="02020603050405020304" pitchFamily="18" charset="0"/>
              </a:rPr>
              <a:t>ㅡ</a:t>
            </a:r>
            <a:r>
              <a:rPr lang="en-US" altLang="ko-KR" sz="1400" b="1" kern="100" dirty="0">
                <a:effectLst/>
                <a:latin typeface="맑은 고딕" panose="020B0503020000020004" pitchFamily="50" charset="-127"/>
                <a:ea typeface="맑은 고딕" panose="020B0503020000020004" pitchFamily="50" charset="-127"/>
                <a:cs typeface="Times New Roman" panose="02020603050405020304" pitchFamily="18" charset="0"/>
              </a:rPr>
              <a:t>FAF </a:t>
            </a:r>
            <a:r>
              <a:rPr lang="ko-KR" altLang="ko-KR" sz="1400" b="1" kern="100" dirty="0">
                <a:effectLst/>
                <a:latin typeface="맑은 고딕" panose="020B0503020000020004" pitchFamily="50" charset="-127"/>
                <a:ea typeface="맑은 고딕" panose="020B0503020000020004" pitchFamily="50" charset="-127"/>
                <a:cs typeface="Times New Roman" panose="02020603050405020304" pitchFamily="18" charset="0"/>
              </a:rPr>
              <a:t>간 거리</a:t>
            </a:r>
            <a:r>
              <a:rPr lang="ko-KR" altLang="ko-KR" sz="1400" kern="100" dirty="0">
                <a:effectLst/>
                <a:latin typeface="맑은 고딕" panose="020B0503020000020004" pitchFamily="50" charset="-127"/>
                <a:ea typeface="맑은 고딕" panose="020B0503020000020004" pitchFamily="50" charset="-127"/>
                <a:cs typeface="Times New Roman" panose="02020603050405020304" pitchFamily="18" charset="0"/>
              </a:rPr>
              <a:t>는 </a:t>
            </a:r>
            <a:r>
              <a:rPr lang="en-US" altLang="ko-KR" sz="1400" b="1" kern="100" dirty="0">
                <a:effectLst/>
                <a:latin typeface="맑은 고딕" panose="020B0503020000020004" pitchFamily="50" charset="-127"/>
                <a:ea typeface="맑은 고딕" panose="020B0503020000020004" pitchFamily="50" charset="-127"/>
                <a:cs typeface="Times New Roman" panose="02020603050405020304" pitchFamily="18" charset="0"/>
              </a:rPr>
              <a:t>desired altitude</a:t>
            </a:r>
            <a:r>
              <a:rPr lang="en-US" altLang="ko-KR" sz="1400" kern="100" dirty="0">
                <a:effectLst/>
                <a:latin typeface="맑은 고딕" panose="020B0503020000020004" pitchFamily="50" charset="-127"/>
                <a:ea typeface="맑은 고딕" panose="020B0503020000020004" pitchFamily="50" charset="-127"/>
                <a:cs typeface="Times New Roman" panose="02020603050405020304" pitchFamily="18" charset="0"/>
              </a:rPr>
              <a:t> </a:t>
            </a:r>
            <a:r>
              <a:rPr lang="ko-KR" altLang="ko-KR" sz="1400" kern="100" dirty="0">
                <a:effectLst/>
                <a:latin typeface="맑은 고딕" panose="020B0503020000020004" pitchFamily="50" charset="-127"/>
                <a:ea typeface="맑은 고딕" panose="020B0503020000020004" pitchFamily="50" charset="-127"/>
                <a:cs typeface="Times New Roman" panose="02020603050405020304" pitchFamily="18" charset="0"/>
              </a:rPr>
              <a:t>와 </a:t>
            </a:r>
            <a:r>
              <a:rPr lang="en-US" altLang="ko-KR" sz="1400" b="1" kern="100" dirty="0">
                <a:effectLst/>
                <a:latin typeface="맑은 고딕" panose="020B0503020000020004" pitchFamily="50" charset="-127"/>
                <a:ea typeface="맑은 고딕" panose="020B0503020000020004" pitchFamily="50" charset="-127"/>
                <a:cs typeface="Times New Roman" panose="02020603050405020304" pitchFamily="18" charset="0"/>
              </a:rPr>
              <a:t>descent angle</a:t>
            </a:r>
            <a:r>
              <a:rPr lang="ko-KR" altLang="ko-KR" sz="1400" kern="100" dirty="0">
                <a:effectLst/>
                <a:latin typeface="맑은 고딕" panose="020B0503020000020004" pitchFamily="50" charset="-127"/>
                <a:ea typeface="맑은 고딕" panose="020B0503020000020004" pitchFamily="50" charset="-127"/>
                <a:cs typeface="Times New Roman" panose="02020603050405020304" pitchFamily="18" charset="0"/>
              </a:rPr>
              <a:t>에 따라 상이</a:t>
            </a:r>
            <a:endParaRPr lang="ko-KR" altLang="ko-KR"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p>
            <a:pPr marL="742950" lvl="1" indent="-285750" latinLnBrk="1">
              <a:spcAft>
                <a:spcPts val="800"/>
              </a:spcAft>
              <a:buFont typeface="Wingdings" panose="05000000000000000000" pitchFamily="2" charset="2"/>
              <a:buChar char=""/>
            </a:pPr>
            <a:r>
              <a:rPr lang="en-US" altLang="ko-KR" sz="1400" kern="100" dirty="0">
                <a:effectLst/>
                <a:latin typeface="맑은 고딕" panose="020B0503020000020004" pitchFamily="50" charset="-127"/>
                <a:ea typeface="맑은 고딕" panose="020B0503020000020004" pitchFamily="50" charset="-127"/>
                <a:cs typeface="Times New Roman" panose="02020603050405020304" pitchFamily="18" charset="0"/>
              </a:rPr>
              <a:t>NASA </a:t>
            </a:r>
            <a:r>
              <a:rPr lang="ko-KR" altLang="ko-KR" sz="1400" kern="100" dirty="0">
                <a:effectLst/>
                <a:latin typeface="맑은 고딕" panose="020B0503020000020004" pitchFamily="50" charset="-127"/>
                <a:ea typeface="맑은 고딕" panose="020B0503020000020004" pitchFamily="50" charset="-127"/>
                <a:cs typeface="Times New Roman" panose="02020603050405020304" pitchFamily="18" charset="0"/>
              </a:rPr>
              <a:t>연구에서는</a:t>
            </a:r>
            <a:r>
              <a:rPr lang="en-US" altLang="ko-KR" sz="1400" kern="100" dirty="0">
                <a:effectLst/>
                <a:latin typeface="맑은 고딕" panose="020B0503020000020004" pitchFamily="50" charset="-127"/>
                <a:ea typeface="맑은 고딕" panose="020B0503020000020004" pitchFamily="50" charset="-127"/>
                <a:cs typeface="Times New Roman" panose="02020603050405020304" pitchFamily="18" charset="0"/>
              </a:rPr>
              <a:t> desired altitude</a:t>
            </a:r>
            <a:r>
              <a:rPr lang="ko-KR" altLang="ko-KR" sz="1400" kern="100" dirty="0">
                <a:effectLst/>
                <a:latin typeface="맑은 고딕" panose="020B0503020000020004" pitchFamily="50" charset="-127"/>
                <a:ea typeface="맑은 고딕" panose="020B0503020000020004" pitchFamily="50" charset="-127"/>
                <a:cs typeface="Times New Roman" panose="02020603050405020304" pitchFamily="18" charset="0"/>
              </a:rPr>
              <a:t>를</a:t>
            </a:r>
            <a:r>
              <a:rPr lang="en-US" altLang="ko-KR" sz="1400" kern="100" dirty="0">
                <a:effectLst/>
                <a:latin typeface="맑은 고딕" panose="020B0503020000020004" pitchFamily="50" charset="-127"/>
                <a:ea typeface="맑은 고딕" panose="020B0503020000020004" pitchFamily="50" charset="-127"/>
                <a:cs typeface="Times New Roman" panose="02020603050405020304" pitchFamily="18" charset="0"/>
              </a:rPr>
              <a:t> 500~600 ft above vertiport elevation</a:t>
            </a:r>
            <a:r>
              <a:rPr lang="ko-KR" altLang="ko-KR" sz="1400" kern="100" dirty="0">
                <a:effectLst/>
                <a:latin typeface="맑은 고딕" panose="020B0503020000020004" pitchFamily="50" charset="-127"/>
                <a:ea typeface="맑은 고딕" panose="020B0503020000020004" pitchFamily="50" charset="-127"/>
                <a:cs typeface="Times New Roman" panose="02020603050405020304" pitchFamily="18" charset="0"/>
              </a:rPr>
              <a:t>으로</a:t>
            </a:r>
            <a:r>
              <a:rPr lang="en-US" altLang="ko-KR" sz="1400" kern="100" dirty="0">
                <a:effectLst/>
                <a:latin typeface="맑은 고딕" panose="020B0503020000020004" pitchFamily="50" charset="-127"/>
                <a:ea typeface="맑은 고딕" panose="020B0503020000020004" pitchFamily="50" charset="-127"/>
                <a:cs typeface="Times New Roman" panose="02020603050405020304" pitchFamily="18" charset="0"/>
              </a:rPr>
              <a:t>, descent angle</a:t>
            </a:r>
            <a:r>
              <a:rPr lang="ko-KR" altLang="ko-KR" sz="1400" kern="100" dirty="0">
                <a:effectLst/>
                <a:latin typeface="맑은 고딕" panose="020B0503020000020004" pitchFamily="50" charset="-127"/>
                <a:ea typeface="맑은 고딕" panose="020B0503020000020004" pitchFamily="50" charset="-127"/>
                <a:cs typeface="Times New Roman" panose="02020603050405020304" pitchFamily="18" charset="0"/>
              </a:rPr>
              <a:t>의 경우</a:t>
            </a:r>
            <a:r>
              <a:rPr lang="en-US" altLang="ko-KR" sz="1400" kern="100" dirty="0">
                <a:effectLst/>
                <a:latin typeface="맑은 고딕" panose="020B0503020000020004" pitchFamily="50" charset="-127"/>
                <a:ea typeface="맑은 고딕" panose="020B0503020000020004" pitchFamily="50" charset="-127"/>
                <a:cs typeface="Times New Roman" panose="02020603050405020304" pitchFamily="18" charset="0"/>
              </a:rPr>
              <a:t> 5</a:t>
            </a:r>
            <a:r>
              <a:rPr lang="ko-KR" altLang="ko-KR" sz="1400" kern="100" dirty="0">
                <a:effectLst/>
                <a:latin typeface="맑은 고딕" panose="020B0503020000020004" pitchFamily="50" charset="-127"/>
                <a:ea typeface="맑은 고딕" panose="020B0503020000020004" pitchFamily="50" charset="-127"/>
                <a:cs typeface="Times New Roman" panose="02020603050405020304" pitchFamily="18" charset="0"/>
              </a:rPr>
              <a:t>°</a:t>
            </a:r>
            <a:r>
              <a:rPr lang="en-US" altLang="ko-KR" sz="1400" kern="100" dirty="0">
                <a:effectLst/>
                <a:latin typeface="맑은 고딕" panose="020B0503020000020004" pitchFamily="50" charset="-127"/>
                <a:ea typeface="맑은 고딕" panose="020B0503020000020004" pitchFamily="50" charset="-127"/>
                <a:cs typeface="Times New Roman" panose="02020603050405020304" pitchFamily="18" charset="0"/>
              </a:rPr>
              <a:t>, 8</a:t>
            </a:r>
            <a:r>
              <a:rPr lang="ko-KR" altLang="ko-KR" sz="1400" kern="100" dirty="0">
                <a:effectLst/>
                <a:latin typeface="맑은 고딕" panose="020B0503020000020004" pitchFamily="50" charset="-127"/>
                <a:ea typeface="맑은 고딕" panose="020B0503020000020004" pitchFamily="50" charset="-127"/>
                <a:cs typeface="Times New Roman" panose="02020603050405020304" pitchFamily="18" charset="0"/>
              </a:rPr>
              <a:t>°</a:t>
            </a:r>
            <a:r>
              <a:rPr lang="en-US" altLang="ko-KR" sz="1400" kern="100" dirty="0">
                <a:effectLst/>
                <a:latin typeface="맑은 고딕" panose="020B0503020000020004" pitchFamily="50" charset="-127"/>
                <a:ea typeface="맑은 고딕" panose="020B0503020000020004" pitchFamily="50" charset="-127"/>
                <a:cs typeface="Times New Roman" panose="02020603050405020304" pitchFamily="18" charset="0"/>
              </a:rPr>
              <a:t>, 12</a:t>
            </a:r>
            <a:r>
              <a:rPr lang="ko-KR" altLang="ko-KR" sz="1400" kern="100" dirty="0">
                <a:effectLst/>
                <a:latin typeface="맑은 고딕" panose="020B0503020000020004" pitchFamily="50" charset="-127"/>
                <a:ea typeface="맑은 고딕" panose="020B0503020000020004" pitchFamily="50" charset="-127"/>
                <a:cs typeface="Times New Roman" panose="02020603050405020304" pitchFamily="18" charset="0"/>
              </a:rPr>
              <a:t>°로 설정 </a:t>
            </a:r>
            <a:endParaRPr lang="ko-KR" altLang="ko-KR"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p>
            <a:pPr marL="742950" lvl="1" indent="-285750" latinLnBrk="1">
              <a:spcAft>
                <a:spcPts val="800"/>
              </a:spcAft>
              <a:buFont typeface="Wingdings" panose="05000000000000000000" pitchFamily="2" charset="2"/>
              <a:buChar char=""/>
            </a:pPr>
            <a:r>
              <a:rPr lang="en-US" altLang="ko-KR" sz="1400" kern="100" dirty="0">
                <a:effectLst/>
                <a:latin typeface="맑은 고딕" panose="020B0503020000020004" pitchFamily="50" charset="-127"/>
                <a:ea typeface="맑은 고딕" panose="020B0503020000020004" pitchFamily="50" charset="-127"/>
                <a:cs typeface="Times New Roman" panose="02020603050405020304" pitchFamily="18" charset="0"/>
              </a:rPr>
              <a:t>(</a:t>
            </a:r>
            <a:r>
              <a:rPr lang="ko-KR" altLang="ko-KR" sz="1400" kern="100" dirty="0">
                <a:effectLst/>
                <a:latin typeface="맑은 고딕" panose="020B0503020000020004" pitchFamily="50" charset="-127"/>
                <a:ea typeface="맑은 고딕" panose="020B0503020000020004" pitchFamily="50" charset="-127"/>
                <a:cs typeface="Times New Roman" panose="02020603050405020304" pitchFamily="18" charset="0"/>
              </a:rPr>
              <a:t>예</a:t>
            </a:r>
            <a:r>
              <a:rPr lang="en-US" altLang="ko-KR" sz="1400" kern="100" dirty="0">
                <a:effectLst/>
                <a:latin typeface="맑은 고딕" panose="020B0503020000020004" pitchFamily="50" charset="-127"/>
                <a:ea typeface="맑은 고딕" panose="020B0503020000020004" pitchFamily="50" charset="-127"/>
                <a:cs typeface="Times New Roman" panose="02020603050405020304" pitchFamily="18" charset="0"/>
              </a:rPr>
              <a:t>) (desired altitude, descent angle) = (500 ft, 8</a:t>
            </a:r>
            <a:r>
              <a:rPr lang="ko-KR" altLang="ko-KR" sz="1400" kern="100" dirty="0">
                <a:effectLst/>
                <a:latin typeface="맑은 고딕" panose="020B0503020000020004" pitchFamily="50" charset="-127"/>
                <a:ea typeface="맑은 고딕" panose="020B0503020000020004" pitchFamily="50" charset="-127"/>
                <a:cs typeface="Times New Roman" panose="02020603050405020304" pitchFamily="18" charset="0"/>
              </a:rPr>
              <a:t>°</a:t>
            </a:r>
            <a:r>
              <a:rPr lang="en-US" altLang="ko-KR" sz="1400" kern="100" dirty="0">
                <a:effectLst/>
                <a:latin typeface="맑은 고딕" panose="020B0503020000020004" pitchFamily="50" charset="-127"/>
                <a:ea typeface="맑은 고딕" panose="020B0503020000020004" pitchFamily="50" charset="-127"/>
                <a:cs typeface="Times New Roman" panose="02020603050405020304" pitchFamily="18" charset="0"/>
              </a:rPr>
              <a:t>) </a:t>
            </a:r>
            <a:r>
              <a:rPr lang="ko-KR" altLang="ko-KR" sz="1400" kern="100" dirty="0">
                <a:effectLst/>
                <a:latin typeface="맑은 고딕" panose="020B0503020000020004" pitchFamily="50" charset="-127"/>
                <a:ea typeface="맑은 고딕" panose="020B0503020000020004" pitchFamily="50" charset="-127"/>
                <a:cs typeface="Times New Roman" panose="02020603050405020304" pitchFamily="18" charset="0"/>
              </a:rPr>
              <a:t>일 때</a:t>
            </a:r>
            <a:r>
              <a:rPr lang="en-US" altLang="ko-KR" sz="1400" kern="100" dirty="0">
                <a:effectLst/>
                <a:latin typeface="맑은 고딕" panose="020B0503020000020004" pitchFamily="50" charset="-127"/>
                <a:ea typeface="맑은 고딕" panose="020B0503020000020004" pitchFamily="50" charset="-127"/>
                <a:cs typeface="Times New Roman" panose="02020603050405020304" pitchFamily="18" charset="0"/>
              </a:rPr>
              <a:t>, d(VP,FAF) = 3,557 ft (0.59 NM) , 12</a:t>
            </a:r>
            <a:r>
              <a:rPr lang="ko-KR" altLang="ko-KR" sz="1400" kern="100" dirty="0">
                <a:effectLst/>
                <a:latin typeface="맑은 고딕" panose="020B0503020000020004" pitchFamily="50" charset="-127"/>
                <a:ea typeface="맑은 고딕" panose="020B0503020000020004" pitchFamily="50" charset="-127"/>
                <a:cs typeface="Times New Roman" panose="02020603050405020304" pitchFamily="18" charset="0"/>
              </a:rPr>
              <a:t>° 일 때</a:t>
            </a:r>
            <a:r>
              <a:rPr lang="en-US" altLang="ko-KR" sz="1400" kern="100" dirty="0">
                <a:effectLst/>
                <a:latin typeface="맑은 고딕" panose="020B0503020000020004" pitchFamily="50" charset="-127"/>
                <a:ea typeface="맑은 고딕" panose="020B0503020000020004" pitchFamily="50" charset="-127"/>
                <a:cs typeface="Times New Roman" panose="02020603050405020304" pitchFamily="18" charset="0"/>
              </a:rPr>
              <a:t> 2,352ft (0.39 NM) </a:t>
            </a:r>
            <a:endParaRPr lang="ko-KR" altLang="ko-KR" kern="100" dirty="0">
              <a:effectLst/>
              <a:latin typeface="맑은 고딕" panose="020B0503020000020004" pitchFamily="50" charset="-127"/>
              <a:ea typeface="맑은 고딕" panose="020B0503020000020004" pitchFamily="50" charset="-127"/>
              <a:cs typeface="Times New Roman" panose="02020603050405020304" pitchFamily="18" charset="0"/>
            </a:endParaRPr>
          </a:p>
        </p:txBody>
      </p:sp>
    </p:spTree>
    <p:extLst>
      <p:ext uri="{BB962C8B-B14F-4D97-AF65-F5344CB8AC3E}">
        <p14:creationId xmlns:p14="http://schemas.microsoft.com/office/powerpoint/2010/main" val="64771166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그림 4">
            <a:extLst>
              <a:ext uri="{FF2B5EF4-FFF2-40B4-BE49-F238E27FC236}">
                <a16:creationId xmlns:a16="http://schemas.microsoft.com/office/drawing/2014/main" id="{8790DEE0-1DE2-30C0-50CB-1B8AD0BDCDC2}"/>
              </a:ext>
            </a:extLst>
          </p:cNvPr>
          <p:cNvPicPr>
            <a:picLocks noChangeAspect="1"/>
          </p:cNvPicPr>
          <p:nvPr/>
        </p:nvPicPr>
        <p:blipFill>
          <a:blip r:embed="rId3"/>
          <a:stretch>
            <a:fillRect/>
          </a:stretch>
        </p:blipFill>
        <p:spPr>
          <a:xfrm>
            <a:off x="1806587" y="1303999"/>
            <a:ext cx="8127408" cy="5998261"/>
          </a:xfrm>
          <a:prstGeom prst="rect">
            <a:avLst/>
          </a:prstGeom>
        </p:spPr>
      </p:pic>
      <p:sp>
        <p:nvSpPr>
          <p:cNvPr id="6" name="Rectangle 4">
            <a:extLst>
              <a:ext uri="{FF2B5EF4-FFF2-40B4-BE49-F238E27FC236}">
                <a16:creationId xmlns:a16="http://schemas.microsoft.com/office/drawing/2014/main" id="{AD8EC8CE-0F9D-238C-358D-BB815EB033C1}"/>
              </a:ext>
            </a:extLst>
          </p:cNvPr>
          <p:cNvSpPr>
            <a:spLocks noChangeArrowheads="1"/>
          </p:cNvSpPr>
          <p:nvPr/>
        </p:nvSpPr>
        <p:spPr bwMode="auto">
          <a:xfrm>
            <a:off x="92098" y="134448"/>
            <a:ext cx="12015021" cy="11695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tabLst/>
            </a:pPr>
            <a:r>
              <a:rPr kumimoji="0" lang="en-US" altLang="ko-KR" sz="1400" b="1" i="0" u="sng" strike="noStrike" cap="none" normalizeH="0" baseline="0" dirty="0">
                <a:ln>
                  <a:noFill/>
                </a:ln>
                <a:solidFill>
                  <a:schemeClr val="tx1"/>
                </a:solidFill>
                <a:effectLst/>
                <a:latin typeface="맑은 고딕" panose="020B0503020000020004" pitchFamily="50" charset="-127"/>
                <a:ea typeface="맑은 고딕" panose="020B0503020000020004" pitchFamily="50" charset="-127"/>
                <a:cs typeface="Times New Roman" panose="02020603050405020304" pitchFamily="18" charset="0"/>
              </a:rPr>
              <a:t>2. Ring </a:t>
            </a:r>
            <a:r>
              <a:rPr kumimoji="0" lang="ko-KR" altLang="en-US" sz="1400" b="1" i="0" u="sng" strike="noStrike" cap="none" normalizeH="0" baseline="0" dirty="0">
                <a:ln>
                  <a:noFill/>
                </a:ln>
                <a:solidFill>
                  <a:schemeClr val="tx1"/>
                </a:solidFill>
                <a:effectLst/>
                <a:latin typeface="맑은 고딕" panose="020B0503020000020004" pitchFamily="50" charset="-127"/>
                <a:ea typeface="맑은 고딕" panose="020B0503020000020004" pitchFamily="50" charset="-127"/>
                <a:cs typeface="Times New Roman" panose="02020603050405020304" pitchFamily="18" charset="0"/>
              </a:rPr>
              <a:t>크기</a:t>
            </a:r>
            <a:r>
              <a:rPr kumimoji="0" lang="en-US" altLang="ko-KR" sz="1400" b="1" i="0" u="sng" strike="noStrike" cap="none" normalizeH="0" baseline="0" dirty="0">
                <a:ln>
                  <a:noFill/>
                </a:ln>
                <a:solidFill>
                  <a:schemeClr val="tx1"/>
                </a:solidFill>
                <a:effectLst/>
                <a:latin typeface="맑은 고딕" panose="020B0503020000020004" pitchFamily="50" charset="-127"/>
                <a:ea typeface="맑은 고딕" panose="020B0503020000020004" pitchFamily="50" charset="-127"/>
                <a:cs typeface="Times New Roman" panose="02020603050405020304" pitchFamily="18" charset="0"/>
              </a:rPr>
              <a:t>, </a:t>
            </a:r>
            <a:r>
              <a:rPr kumimoji="0" lang="ko-KR" altLang="en-US" sz="1400" b="1" i="0" u="sng" strike="noStrike" cap="none" normalizeH="0" baseline="0" dirty="0">
                <a:ln>
                  <a:noFill/>
                </a:ln>
                <a:solidFill>
                  <a:schemeClr val="tx1"/>
                </a:solidFill>
                <a:effectLst/>
                <a:latin typeface="맑은 고딕" panose="020B0503020000020004" pitchFamily="50" charset="-127"/>
                <a:ea typeface="맑은 고딕" panose="020B0503020000020004" pitchFamily="50" charset="-127"/>
                <a:cs typeface="Times New Roman" panose="02020603050405020304" pitchFamily="18" charset="0"/>
              </a:rPr>
              <a:t>기체속도</a:t>
            </a:r>
            <a:r>
              <a:rPr kumimoji="0" lang="en-US" altLang="ko-KR" sz="1400" b="1" i="0" u="sng" strike="noStrike" cap="none" normalizeH="0" baseline="0" dirty="0">
                <a:ln>
                  <a:noFill/>
                </a:ln>
                <a:solidFill>
                  <a:schemeClr val="tx1"/>
                </a:solidFill>
                <a:effectLst/>
                <a:latin typeface="맑은 고딕" panose="020B0503020000020004" pitchFamily="50" charset="-127"/>
                <a:ea typeface="맑은 고딕" panose="020B0503020000020004" pitchFamily="50" charset="-127"/>
                <a:cs typeface="Times New Roman" panose="02020603050405020304" pitchFamily="18" charset="0"/>
              </a:rPr>
              <a:t>, </a:t>
            </a:r>
            <a:r>
              <a:rPr kumimoji="0" lang="ko-KR" altLang="en-US" sz="1400" b="1" i="0" u="sng" strike="noStrike" cap="none" normalizeH="0" baseline="0" dirty="0">
                <a:ln>
                  <a:noFill/>
                </a:ln>
                <a:solidFill>
                  <a:schemeClr val="tx1"/>
                </a:solidFill>
                <a:effectLst/>
                <a:latin typeface="맑은 고딕" panose="020B0503020000020004" pitchFamily="50" charset="-127"/>
                <a:ea typeface="맑은 고딕" panose="020B0503020000020004" pitchFamily="50" charset="-127"/>
                <a:cs typeface="Times New Roman" panose="02020603050405020304" pitchFamily="18" charset="0"/>
              </a:rPr>
              <a:t>선회구간 중심점 위치에 따라 </a:t>
            </a:r>
            <a:r>
              <a:rPr kumimoji="0" lang="en-US" altLang="ko-KR" sz="1400" b="1" i="0" u="sng" strike="noStrike" cap="none" normalizeH="0" baseline="0" dirty="0">
                <a:ln>
                  <a:noFill/>
                </a:ln>
                <a:solidFill>
                  <a:schemeClr val="tx1"/>
                </a:solidFill>
                <a:effectLst/>
                <a:latin typeface="맑은 고딕" panose="020B0503020000020004" pitchFamily="50" charset="-127"/>
                <a:ea typeface="맑은 고딕" panose="020B0503020000020004" pitchFamily="50" charset="-127"/>
                <a:cs typeface="Times New Roman" panose="02020603050405020304" pitchFamily="18" charset="0"/>
              </a:rPr>
              <a:t>Radius-to-fix (RF leg) </a:t>
            </a:r>
            <a:r>
              <a:rPr kumimoji="0" lang="ko-KR" altLang="en-US" sz="1400" b="1" i="0" u="sng" strike="noStrike" cap="none" normalizeH="0" baseline="0" dirty="0">
                <a:ln>
                  <a:noFill/>
                </a:ln>
                <a:solidFill>
                  <a:schemeClr val="tx1"/>
                </a:solidFill>
                <a:effectLst/>
                <a:latin typeface="맑은 고딕" panose="020B0503020000020004" pitchFamily="50" charset="-127"/>
                <a:ea typeface="맑은 고딕" panose="020B0503020000020004" pitchFamily="50" charset="-127"/>
                <a:cs typeface="Times New Roman" panose="02020603050405020304" pitchFamily="18" charset="0"/>
              </a:rPr>
              <a:t>형태 변화</a:t>
            </a:r>
            <a:endParaRPr kumimoji="0" lang="ko-KR" altLang="en-US" sz="11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ko-KR" sz="1400" b="0" i="0" u="none" strike="noStrike" cap="none" normalizeH="0" baseline="0" dirty="0" err="1">
                <a:ln>
                  <a:noFill/>
                </a:ln>
                <a:solidFill>
                  <a:schemeClr val="tx1"/>
                </a:solidFill>
                <a:effectLst/>
                <a:latin typeface="맑은 고딕" panose="020B0503020000020004" pitchFamily="50" charset="-127"/>
                <a:ea typeface="맑은 고딕" panose="020B0503020000020004" pitchFamily="50" charset="-127"/>
                <a:cs typeface="Times New Roman" panose="02020603050405020304" pitchFamily="18" charset="0"/>
              </a:rPr>
              <a:t>Deproach</a:t>
            </a:r>
            <a:r>
              <a:rPr kumimoji="0" lang="en-US" altLang="ko-KR" sz="1400" b="0" i="0" u="none" strike="noStrike" cap="none" normalizeH="0" baseline="0" dirty="0">
                <a:ln>
                  <a:noFill/>
                </a:ln>
                <a:solidFill>
                  <a:schemeClr val="tx1"/>
                </a:solidFill>
                <a:effectLst/>
                <a:latin typeface="맑은 고딕" panose="020B0503020000020004" pitchFamily="50" charset="-127"/>
                <a:ea typeface="맑은 고딕" panose="020B0503020000020004" pitchFamily="50" charset="-127"/>
                <a:cs typeface="Times New Roman" panose="02020603050405020304" pitchFamily="18" charset="0"/>
              </a:rPr>
              <a:t> </a:t>
            </a:r>
            <a:r>
              <a:rPr kumimoji="0" lang="ko-KR" altLang="en-US" sz="1400" b="0" i="0" u="none" strike="noStrike" cap="none" normalizeH="0" baseline="0" dirty="0">
                <a:ln>
                  <a:noFill/>
                </a:ln>
                <a:solidFill>
                  <a:schemeClr val="tx1"/>
                </a:solidFill>
                <a:effectLst/>
                <a:latin typeface="맑은 고딕" panose="020B0503020000020004" pitchFamily="50" charset="-127"/>
                <a:ea typeface="맑은 고딕" panose="020B0503020000020004" pitchFamily="50" charset="-127"/>
                <a:cs typeface="Times New Roman" panose="02020603050405020304" pitchFamily="18" charset="0"/>
              </a:rPr>
              <a:t>개념에 따르면 기체는 </a:t>
            </a:r>
            <a:r>
              <a:rPr kumimoji="0" lang="en-US" altLang="ko-KR" sz="1400" b="0" i="0" u="none" strike="noStrike" cap="none" normalizeH="0" baseline="0" dirty="0">
                <a:ln>
                  <a:noFill/>
                </a:ln>
                <a:solidFill>
                  <a:schemeClr val="tx1"/>
                </a:solidFill>
                <a:effectLst/>
                <a:latin typeface="맑은 고딕" panose="020B0503020000020004" pitchFamily="50" charset="-127"/>
                <a:ea typeface="맑은 고딕" panose="020B0503020000020004" pitchFamily="50" charset="-127"/>
                <a:cs typeface="Times New Roman" panose="02020603050405020304" pitchFamily="18" charset="0"/>
              </a:rPr>
              <a:t>outer ring</a:t>
            </a:r>
            <a:r>
              <a:rPr kumimoji="0" lang="ko-KR" altLang="en-US" sz="1400" b="0" i="0" u="none" strike="noStrike" cap="none" normalizeH="0" baseline="0" dirty="0">
                <a:ln>
                  <a:noFill/>
                </a:ln>
                <a:solidFill>
                  <a:schemeClr val="tx1"/>
                </a:solidFill>
                <a:effectLst/>
                <a:latin typeface="맑은 고딕" panose="020B0503020000020004" pitchFamily="50" charset="-127"/>
                <a:ea typeface="맑은 고딕" panose="020B0503020000020004" pitchFamily="50" charset="-127"/>
                <a:cs typeface="Times New Roman" panose="02020603050405020304" pitchFamily="18" charset="0"/>
              </a:rPr>
              <a:t>에서 특정 속도</a:t>
            </a:r>
            <a:r>
              <a:rPr kumimoji="0" lang="en-US" altLang="ko-KR" sz="1400" b="0" i="0" u="none" strike="noStrike" cap="none" normalizeH="0" baseline="0" dirty="0">
                <a:ln>
                  <a:noFill/>
                </a:ln>
                <a:solidFill>
                  <a:schemeClr val="tx1"/>
                </a:solidFill>
                <a:effectLst/>
                <a:latin typeface="맑은 고딕" panose="020B0503020000020004" pitchFamily="50" charset="-127"/>
                <a:ea typeface="맑은 고딕" panose="020B0503020000020004" pitchFamily="50" charset="-127"/>
                <a:cs typeface="Times New Roman" panose="02020603050405020304" pitchFamily="18" charset="0"/>
              </a:rPr>
              <a:t>(</a:t>
            </a:r>
            <a:r>
              <a:rPr kumimoji="0" lang="ko-KR" altLang="en-US" sz="1400" b="0" i="0" u="none" strike="noStrike" cap="none" normalizeH="0" baseline="0" dirty="0">
                <a:ln>
                  <a:noFill/>
                </a:ln>
                <a:solidFill>
                  <a:schemeClr val="tx1"/>
                </a:solidFill>
                <a:effectLst/>
                <a:latin typeface="맑은 고딕" panose="020B0503020000020004" pitchFamily="50" charset="-127"/>
                <a:ea typeface="맑은 고딕" panose="020B0503020000020004" pitchFamily="50" charset="-127"/>
                <a:cs typeface="Times New Roman" panose="02020603050405020304" pitchFamily="18" charset="0"/>
              </a:rPr>
              <a:t>예</a:t>
            </a:r>
            <a:r>
              <a:rPr kumimoji="0" lang="en-US" altLang="ko-KR" sz="1400" b="0" i="0" u="none" strike="noStrike" cap="none" normalizeH="0" baseline="0" dirty="0">
                <a:ln>
                  <a:noFill/>
                </a:ln>
                <a:solidFill>
                  <a:schemeClr val="tx1"/>
                </a:solidFill>
                <a:effectLst/>
                <a:latin typeface="맑은 고딕" panose="020B0503020000020004" pitchFamily="50" charset="-127"/>
                <a:ea typeface="맑은 고딕" panose="020B0503020000020004" pitchFamily="50" charset="-127"/>
                <a:cs typeface="Times New Roman" panose="02020603050405020304" pitchFamily="18" charset="0"/>
              </a:rPr>
              <a:t>: 100 kts)</a:t>
            </a:r>
            <a:r>
              <a:rPr kumimoji="0" lang="ko-KR" altLang="en-US" sz="1400" b="0" i="0" u="none" strike="noStrike" cap="none" normalizeH="0" baseline="0" dirty="0">
                <a:ln>
                  <a:noFill/>
                </a:ln>
                <a:solidFill>
                  <a:schemeClr val="tx1"/>
                </a:solidFill>
                <a:effectLst/>
                <a:latin typeface="맑은 고딕" panose="020B0503020000020004" pitchFamily="50" charset="-127"/>
                <a:ea typeface="맑은 고딕" panose="020B0503020000020004" pitchFamily="50" charset="-127"/>
                <a:cs typeface="Times New Roman" panose="02020603050405020304" pitchFamily="18" charset="0"/>
              </a:rPr>
              <a:t>를 유지한 채 </a:t>
            </a:r>
            <a:r>
              <a:rPr kumimoji="0" lang="en-US" altLang="ko-KR" sz="1400" b="0" i="0" u="none" strike="noStrike" cap="none" normalizeH="0" baseline="0" dirty="0">
                <a:ln>
                  <a:noFill/>
                </a:ln>
                <a:solidFill>
                  <a:schemeClr val="tx1"/>
                </a:solidFill>
                <a:effectLst/>
                <a:latin typeface="맑은 고딕" panose="020B0503020000020004" pitchFamily="50" charset="-127"/>
                <a:ea typeface="맑은 고딕" panose="020B0503020000020004" pitchFamily="50" charset="-127"/>
                <a:cs typeface="Times New Roman" panose="02020603050405020304" pitchFamily="18" charset="0"/>
              </a:rPr>
              <a:t>IAF</a:t>
            </a:r>
            <a:r>
              <a:rPr kumimoji="0" lang="ko-KR" altLang="en-US" sz="1400" b="0" i="0" u="none" strike="noStrike" cap="none" normalizeH="0" baseline="0" dirty="0">
                <a:ln>
                  <a:noFill/>
                </a:ln>
                <a:solidFill>
                  <a:schemeClr val="tx1"/>
                </a:solidFill>
                <a:effectLst/>
                <a:latin typeface="맑은 고딕" panose="020B0503020000020004" pitchFamily="50" charset="-127"/>
                <a:ea typeface="맑은 고딕" panose="020B0503020000020004" pitchFamily="50" charset="-127"/>
                <a:cs typeface="Times New Roman" panose="02020603050405020304" pitchFamily="18" charset="0"/>
              </a:rPr>
              <a:t>에 도달</a:t>
            </a:r>
            <a:r>
              <a:rPr kumimoji="0" lang="en-US" altLang="ko-KR" sz="1400" b="0" i="0" u="none" strike="noStrike" cap="none" normalizeH="0" baseline="0" dirty="0">
                <a:ln>
                  <a:noFill/>
                </a:ln>
                <a:solidFill>
                  <a:schemeClr val="tx1"/>
                </a:solidFill>
                <a:effectLst/>
                <a:latin typeface="맑은 고딕" panose="020B0503020000020004" pitchFamily="50" charset="-127"/>
                <a:ea typeface="맑은 고딕" panose="020B0503020000020004" pitchFamily="50" charset="-127"/>
                <a:cs typeface="Times New Roman" panose="02020603050405020304" pitchFamily="18" charset="0"/>
              </a:rPr>
              <a:t>, FAF</a:t>
            </a:r>
            <a:r>
              <a:rPr kumimoji="0" lang="ko-KR" altLang="en-US" sz="1400" b="0" i="0" u="none" strike="noStrike" cap="none" normalizeH="0" baseline="0" dirty="0">
                <a:ln>
                  <a:noFill/>
                </a:ln>
                <a:solidFill>
                  <a:schemeClr val="tx1"/>
                </a:solidFill>
                <a:effectLst/>
                <a:latin typeface="맑은 고딕" panose="020B0503020000020004" pitchFamily="50" charset="-127"/>
                <a:ea typeface="맑은 고딕" panose="020B0503020000020004" pitchFamily="50" charset="-127"/>
                <a:cs typeface="Times New Roman" panose="02020603050405020304" pitchFamily="18" charset="0"/>
              </a:rPr>
              <a:t>까지 감속하며</a:t>
            </a:r>
            <a:r>
              <a:rPr kumimoji="0" lang="en-US" altLang="ko-KR" sz="1400" b="0" i="0" u="none" strike="noStrike" cap="none" normalizeH="0" baseline="0" dirty="0">
                <a:ln>
                  <a:noFill/>
                </a:ln>
                <a:solidFill>
                  <a:schemeClr val="tx1"/>
                </a:solidFill>
                <a:effectLst/>
                <a:latin typeface="맑은 고딕" panose="020B0503020000020004" pitchFamily="50" charset="-127"/>
                <a:ea typeface="맑은 고딕" panose="020B0503020000020004" pitchFamily="50" charset="-127"/>
                <a:cs typeface="Times New Roman" panose="02020603050405020304" pitchFamily="18" charset="0"/>
              </a:rPr>
              <a:t>(60 kts or below) RF leg </a:t>
            </a:r>
            <a:r>
              <a:rPr kumimoji="0" lang="ko-KR" altLang="en-US" sz="1400" b="0" i="0" u="none" strike="noStrike" cap="none" normalizeH="0" baseline="0" dirty="0">
                <a:ln>
                  <a:noFill/>
                </a:ln>
                <a:solidFill>
                  <a:schemeClr val="tx1"/>
                </a:solidFill>
                <a:effectLst/>
                <a:latin typeface="맑은 고딕" panose="020B0503020000020004" pitchFamily="50" charset="-127"/>
                <a:ea typeface="맑은 고딕" panose="020B0503020000020004" pitchFamily="50" charset="-127"/>
                <a:cs typeface="Times New Roman" panose="02020603050405020304" pitchFamily="18" charset="0"/>
              </a:rPr>
              <a:t>비행 </a:t>
            </a:r>
            <a:endParaRPr kumimoji="0" lang="ko-KR" altLang="en-US" sz="11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ko-KR" sz="1400" b="0" i="0" u="none" strike="noStrike" cap="none" normalizeH="0" baseline="0" dirty="0">
                <a:ln>
                  <a:noFill/>
                </a:ln>
                <a:solidFill>
                  <a:schemeClr val="tx1"/>
                </a:solidFill>
                <a:effectLst/>
                <a:latin typeface="맑은 고딕" panose="020B0503020000020004" pitchFamily="50" charset="-127"/>
                <a:ea typeface="맑은 고딕" panose="020B0503020000020004" pitchFamily="50" charset="-127"/>
                <a:cs typeface="Times New Roman" panose="02020603050405020304" pitchFamily="18" charset="0"/>
              </a:rPr>
              <a:t>VP─IAF </a:t>
            </a:r>
            <a:r>
              <a:rPr kumimoji="0" lang="ko-KR" altLang="en-US" sz="1400" b="0" i="0" u="none" strike="noStrike" cap="none" normalizeH="0" baseline="0" dirty="0">
                <a:ln>
                  <a:noFill/>
                </a:ln>
                <a:solidFill>
                  <a:schemeClr val="tx1"/>
                </a:solidFill>
                <a:effectLst/>
                <a:latin typeface="맑은 고딕" panose="020B0503020000020004" pitchFamily="50" charset="-127"/>
                <a:ea typeface="맑은 고딕" panose="020B0503020000020004" pitchFamily="50" charset="-127"/>
                <a:cs typeface="Times New Roman" panose="02020603050405020304" pitchFamily="18" charset="0"/>
              </a:rPr>
              <a:t>거리에 따라 </a:t>
            </a:r>
            <a:r>
              <a:rPr kumimoji="0" lang="en-US" altLang="ko-KR" sz="1400" b="0" i="0" u="none" strike="noStrike" cap="none" normalizeH="0" baseline="0" dirty="0">
                <a:ln>
                  <a:noFill/>
                </a:ln>
                <a:solidFill>
                  <a:schemeClr val="tx1"/>
                </a:solidFill>
                <a:effectLst/>
                <a:latin typeface="맑은 고딕" panose="020B0503020000020004" pitchFamily="50" charset="-127"/>
                <a:ea typeface="맑은 고딕" panose="020B0503020000020004" pitchFamily="50" charset="-127"/>
                <a:cs typeface="Times New Roman" panose="02020603050405020304" pitchFamily="18" charset="0"/>
              </a:rPr>
              <a:t>RF leg </a:t>
            </a:r>
            <a:r>
              <a:rPr kumimoji="0" lang="ko-KR" altLang="en-US" sz="1400" b="0" i="0" u="none" strike="noStrike" cap="none" normalizeH="0" baseline="0" dirty="0">
                <a:ln>
                  <a:noFill/>
                </a:ln>
                <a:solidFill>
                  <a:schemeClr val="tx1"/>
                </a:solidFill>
                <a:effectLst/>
                <a:latin typeface="맑은 고딕" panose="020B0503020000020004" pitchFamily="50" charset="-127"/>
                <a:ea typeface="맑은 고딕" panose="020B0503020000020004" pitchFamily="50" charset="-127"/>
                <a:cs typeface="Times New Roman" panose="02020603050405020304" pitchFamily="18" charset="0"/>
              </a:rPr>
              <a:t>형태는 아래 그림과 같이 변화</a:t>
            </a:r>
            <a:endParaRPr kumimoji="0" lang="ko-KR" altLang="en-US" sz="1100" b="0" i="0" u="none" strike="noStrike" cap="none" normalizeH="0" baseline="0" dirty="0">
              <a:ln>
                <a:noFill/>
              </a:ln>
              <a:solidFill>
                <a:schemeClr val="tx1"/>
              </a:solidFill>
              <a:effectLst/>
            </a:endParaRPr>
          </a:p>
          <a:p>
            <a:pPr marL="457200" marR="0" lvl="1" indent="0" algn="l" defTabSz="914400" rtl="0" eaLnBrk="0" fontAlgn="base" latinLnBrk="0" hangingPunct="0">
              <a:lnSpc>
                <a:spcPct val="100000"/>
              </a:lnSpc>
              <a:spcBef>
                <a:spcPct val="0"/>
              </a:spcBef>
              <a:spcAft>
                <a:spcPct val="0"/>
              </a:spcAft>
              <a:buClrTx/>
              <a:buSzTx/>
              <a:buFont typeface="맑은 고딕" panose="020B0503020000020004" pitchFamily="50" charset="-127"/>
              <a:buChar char="-"/>
              <a:tabLst/>
            </a:pPr>
            <a:r>
              <a:rPr kumimoji="0" lang="en-US" altLang="ko-KR" sz="1400" b="0" i="0" u="none" strike="noStrike" cap="none" normalizeH="0" baseline="0" dirty="0">
                <a:ln>
                  <a:noFill/>
                </a:ln>
                <a:solidFill>
                  <a:schemeClr val="tx1"/>
                </a:solidFill>
                <a:effectLst/>
                <a:latin typeface="맑은 고딕" panose="020B0503020000020004" pitchFamily="50" charset="-127"/>
                <a:ea typeface="맑은 고딕" panose="020B0503020000020004" pitchFamily="50" charset="-127"/>
                <a:cs typeface="Times New Roman" panose="02020603050405020304" pitchFamily="18" charset="0"/>
              </a:rPr>
              <a:t>IAF</a:t>
            </a:r>
            <a:r>
              <a:rPr kumimoji="0" lang="ko-KR" altLang="en-US" sz="1400" b="0" i="0" u="none" strike="noStrike" cap="none" normalizeH="0" baseline="0" dirty="0">
                <a:ln>
                  <a:noFill/>
                </a:ln>
                <a:solidFill>
                  <a:schemeClr val="tx1"/>
                </a:solidFill>
                <a:effectLst/>
                <a:latin typeface="맑은 고딕" panose="020B0503020000020004" pitchFamily="50" charset="-127"/>
                <a:ea typeface="맑은 고딕" panose="020B0503020000020004" pitchFamily="50" charset="-127"/>
                <a:cs typeface="Times New Roman" panose="02020603050405020304" pitchFamily="18" charset="0"/>
              </a:rPr>
              <a:t>에서의 속도</a:t>
            </a:r>
            <a:r>
              <a:rPr kumimoji="0" lang="en-US" altLang="ko-KR" sz="1400" b="0" i="0" u="none" strike="noStrike" cap="none" normalizeH="0" baseline="0" dirty="0">
                <a:ln>
                  <a:noFill/>
                </a:ln>
                <a:solidFill>
                  <a:schemeClr val="tx1"/>
                </a:solidFill>
                <a:effectLst/>
                <a:latin typeface="맑은 고딕" panose="020B0503020000020004" pitchFamily="50" charset="-127"/>
                <a:ea typeface="맑은 고딕" panose="020B0503020000020004" pitchFamily="50" charset="-127"/>
                <a:cs typeface="Times New Roman" panose="02020603050405020304" pitchFamily="18" charset="0"/>
              </a:rPr>
              <a:t>(V</a:t>
            </a:r>
            <a:r>
              <a:rPr kumimoji="0" lang="en-US" altLang="ko-KR" sz="1400" b="0" i="0" u="none" strike="noStrike" cap="none" normalizeH="0" baseline="-30000" dirty="0">
                <a:ln>
                  <a:noFill/>
                </a:ln>
                <a:solidFill>
                  <a:schemeClr val="tx1"/>
                </a:solidFill>
                <a:effectLst/>
                <a:latin typeface="맑은 고딕" panose="020B0503020000020004" pitchFamily="50" charset="-127"/>
                <a:ea typeface="맑은 고딕" panose="020B0503020000020004" pitchFamily="50" charset="-127"/>
                <a:cs typeface="Times New Roman" panose="02020603050405020304" pitchFamily="18" charset="0"/>
              </a:rPr>
              <a:t>IAF</a:t>
            </a:r>
            <a:r>
              <a:rPr kumimoji="0" lang="en-US" altLang="ko-KR" sz="1400" b="0" i="0" u="none" strike="noStrike" cap="none" normalizeH="0" baseline="0" dirty="0">
                <a:ln>
                  <a:noFill/>
                </a:ln>
                <a:solidFill>
                  <a:schemeClr val="tx1"/>
                </a:solidFill>
                <a:effectLst/>
                <a:latin typeface="맑은 고딕" panose="020B0503020000020004" pitchFamily="50" charset="-127"/>
                <a:ea typeface="맑은 고딕" panose="020B0503020000020004" pitchFamily="50" charset="-127"/>
                <a:cs typeface="Times New Roman" panose="02020603050405020304" pitchFamily="18" charset="0"/>
              </a:rPr>
              <a:t>)</a:t>
            </a:r>
            <a:r>
              <a:rPr kumimoji="0" lang="ko-KR" altLang="en-US" sz="1400" b="0" i="0" u="none" strike="noStrike" cap="none" normalizeH="0" baseline="0" dirty="0">
                <a:ln>
                  <a:noFill/>
                </a:ln>
                <a:solidFill>
                  <a:schemeClr val="tx1"/>
                </a:solidFill>
                <a:effectLst/>
                <a:latin typeface="맑은 고딕" panose="020B0503020000020004" pitchFamily="50" charset="-127"/>
                <a:ea typeface="맑은 고딕" panose="020B0503020000020004" pitchFamily="50" charset="-127"/>
                <a:cs typeface="Times New Roman" panose="02020603050405020304" pitchFamily="18" charset="0"/>
              </a:rPr>
              <a:t>는 </a:t>
            </a:r>
            <a:r>
              <a:rPr kumimoji="0" lang="en-US" altLang="ko-KR" sz="1400" b="0" i="0" u="none" strike="noStrike" cap="none" normalizeH="0" baseline="0" dirty="0">
                <a:ln>
                  <a:noFill/>
                </a:ln>
                <a:solidFill>
                  <a:schemeClr val="tx1"/>
                </a:solidFill>
                <a:effectLst/>
                <a:latin typeface="맑은 고딕" panose="020B0503020000020004" pitchFamily="50" charset="-127"/>
                <a:ea typeface="맑은 고딕" panose="020B0503020000020004" pitchFamily="50" charset="-127"/>
                <a:cs typeface="Times New Roman" panose="02020603050405020304" pitchFamily="18" charset="0"/>
              </a:rPr>
              <a:t>100 kts, bank angle(</a:t>
            </a:r>
            <a:r>
              <a:rPr kumimoji="0" lang="en-US" altLang="ko-KR" sz="1400" b="0" i="1" u="none" strike="noStrike" cap="none" normalizeH="0" baseline="0" dirty="0">
                <a:ln>
                  <a:noFill/>
                </a:ln>
                <a:solidFill>
                  <a:schemeClr val="tx1"/>
                </a:solidFill>
                <a:effectLst/>
                <a:latin typeface="Cambria Math" panose="02040503050406030204" pitchFamily="18" charset="0"/>
                <a:ea typeface="맑은 고딕" panose="020B0503020000020004" pitchFamily="50" charset="-127"/>
                <a:cs typeface="Times New Roman" panose="02020603050405020304" pitchFamily="18" charset="0"/>
              </a:rPr>
              <a:t>ϕ</a:t>
            </a:r>
            <a:r>
              <a:rPr kumimoji="0" lang="en-US" altLang="ko-KR" sz="1400" b="0" i="0" u="none" strike="noStrike" cap="none" normalizeH="0" baseline="0" dirty="0">
                <a:ln>
                  <a:noFill/>
                </a:ln>
                <a:solidFill>
                  <a:schemeClr val="tx1"/>
                </a:solidFill>
                <a:effectLst/>
                <a:latin typeface="맑은 고딕" panose="020B0503020000020004" pitchFamily="50" charset="-127"/>
                <a:ea typeface="맑은 고딕" panose="020B0503020000020004" pitchFamily="50" charset="-127"/>
                <a:cs typeface="Times New Roman" panose="02020603050405020304" pitchFamily="18" charset="0"/>
              </a:rPr>
              <a:t>)</a:t>
            </a:r>
            <a:r>
              <a:rPr kumimoji="0" lang="ko-KR" altLang="en-US" sz="1400" b="0" i="0" u="none" strike="noStrike" cap="none" normalizeH="0" baseline="0" dirty="0">
                <a:ln>
                  <a:noFill/>
                </a:ln>
                <a:solidFill>
                  <a:schemeClr val="tx1"/>
                </a:solidFill>
                <a:effectLst/>
                <a:latin typeface="맑은 고딕" panose="020B0503020000020004" pitchFamily="50" charset="-127"/>
                <a:ea typeface="맑은 고딕" panose="020B0503020000020004" pitchFamily="50" charset="-127"/>
                <a:cs typeface="Times New Roman" panose="02020603050405020304" pitchFamily="18" charset="0"/>
              </a:rPr>
              <a:t>은 </a:t>
            </a:r>
            <a:r>
              <a:rPr kumimoji="0" lang="en-US" altLang="ko-KR" sz="1400" b="0" i="0" u="none" strike="noStrike" cap="none" normalizeH="0" baseline="0" dirty="0">
                <a:ln>
                  <a:noFill/>
                </a:ln>
                <a:solidFill>
                  <a:schemeClr val="tx1"/>
                </a:solidFill>
                <a:effectLst/>
                <a:latin typeface="맑은 고딕" panose="020B0503020000020004" pitchFamily="50" charset="-127"/>
                <a:ea typeface="맑은 고딕" panose="020B0503020000020004" pitchFamily="50" charset="-127"/>
                <a:cs typeface="Times New Roman" panose="02020603050405020304" pitchFamily="18" charset="0"/>
              </a:rPr>
              <a:t>25° </a:t>
            </a:r>
            <a:r>
              <a:rPr kumimoji="0" lang="ko-KR" altLang="en-US" sz="1400" b="0" i="0" u="none" strike="noStrike" cap="none" normalizeH="0" baseline="0" dirty="0">
                <a:ln>
                  <a:noFill/>
                </a:ln>
                <a:solidFill>
                  <a:schemeClr val="tx1"/>
                </a:solidFill>
                <a:effectLst/>
                <a:latin typeface="맑은 고딕" panose="020B0503020000020004" pitchFamily="50" charset="-127"/>
                <a:ea typeface="맑은 고딕" panose="020B0503020000020004" pitchFamily="50" charset="-127"/>
                <a:cs typeface="Times New Roman" panose="02020603050405020304" pitchFamily="18" charset="0"/>
              </a:rPr>
              <a:t>미만으로 고려하였으며</a:t>
            </a:r>
            <a:r>
              <a:rPr kumimoji="0" lang="en-US" altLang="ko-KR" sz="1400" b="0" i="0" u="none" strike="noStrike" cap="none" normalizeH="0" baseline="0" dirty="0">
                <a:ln>
                  <a:noFill/>
                </a:ln>
                <a:solidFill>
                  <a:schemeClr val="tx1"/>
                </a:solidFill>
                <a:effectLst/>
                <a:latin typeface="맑은 고딕" panose="020B0503020000020004" pitchFamily="50" charset="-127"/>
                <a:ea typeface="맑은 고딕" panose="020B0503020000020004" pitchFamily="50" charset="-127"/>
                <a:cs typeface="Times New Roman" panose="02020603050405020304" pitchFamily="18" charset="0"/>
              </a:rPr>
              <a:t>, bank angle</a:t>
            </a:r>
            <a:r>
              <a:rPr kumimoji="0" lang="ko-KR" altLang="en-US" sz="1400" b="0" i="0" u="none" strike="noStrike" cap="none" normalizeH="0" baseline="0" dirty="0">
                <a:ln>
                  <a:noFill/>
                </a:ln>
                <a:solidFill>
                  <a:schemeClr val="tx1"/>
                </a:solidFill>
                <a:effectLst/>
                <a:latin typeface="맑은 고딕" panose="020B0503020000020004" pitchFamily="50" charset="-127"/>
                <a:ea typeface="맑은 고딕" panose="020B0503020000020004" pitchFamily="50" charset="-127"/>
                <a:cs typeface="Times New Roman" panose="02020603050405020304" pitchFamily="18" charset="0"/>
              </a:rPr>
              <a:t>은 </a:t>
            </a:r>
            <a:r>
              <a:rPr kumimoji="0" lang="en-US" altLang="ko-KR" sz="1400" b="0" i="0" u="none" strike="noStrike" cap="none" normalizeH="0" baseline="0" dirty="0">
                <a:ln>
                  <a:noFill/>
                </a:ln>
                <a:solidFill>
                  <a:schemeClr val="tx1"/>
                </a:solidFill>
                <a:effectLst/>
                <a:latin typeface="맑은 고딕" panose="020B0503020000020004" pitchFamily="50" charset="-127"/>
                <a:ea typeface="맑은 고딕" panose="020B0503020000020004" pitchFamily="50" charset="-127"/>
                <a:cs typeface="Times New Roman" panose="02020603050405020304" pitchFamily="18" charset="0"/>
              </a:rPr>
              <a:t>turn radius(R) </a:t>
            </a:r>
            <a:r>
              <a:rPr kumimoji="0" lang="ko-KR" altLang="en-US" sz="1400" b="0" i="0" u="none" strike="noStrike" cap="none" normalizeH="0" baseline="0" dirty="0">
                <a:ln>
                  <a:noFill/>
                </a:ln>
                <a:solidFill>
                  <a:schemeClr val="tx1"/>
                </a:solidFill>
                <a:effectLst/>
                <a:latin typeface="맑은 고딕" panose="020B0503020000020004" pitchFamily="50" charset="-127"/>
                <a:ea typeface="맑은 고딕" panose="020B0503020000020004" pitchFamily="50" charset="-127"/>
                <a:cs typeface="Times New Roman" panose="02020603050405020304" pitchFamily="18" charset="0"/>
              </a:rPr>
              <a:t>및 </a:t>
            </a:r>
            <a:r>
              <a:rPr kumimoji="0" lang="en-US" altLang="ko-KR" sz="1400" b="0" i="0" u="none" strike="noStrike" cap="none" normalizeH="0" baseline="0" dirty="0">
                <a:ln>
                  <a:noFill/>
                </a:ln>
                <a:solidFill>
                  <a:schemeClr val="tx1"/>
                </a:solidFill>
                <a:effectLst/>
                <a:latin typeface="맑은 고딕" panose="020B0503020000020004" pitchFamily="50" charset="-127"/>
                <a:ea typeface="맑은 고딕" panose="020B0503020000020004" pitchFamily="50" charset="-127"/>
                <a:cs typeface="Times New Roman" panose="02020603050405020304" pitchFamily="18" charset="0"/>
              </a:rPr>
              <a:t>ground speed(</a:t>
            </a:r>
            <a:r>
              <a:rPr kumimoji="0" lang="en-US" altLang="ko-KR" sz="1400" b="0" i="0" u="none" strike="noStrike" cap="none" normalizeH="0" baseline="0" dirty="0" err="1">
                <a:ln>
                  <a:noFill/>
                </a:ln>
                <a:solidFill>
                  <a:schemeClr val="tx1"/>
                </a:solidFill>
                <a:effectLst/>
                <a:latin typeface="맑은 고딕" panose="020B0503020000020004" pitchFamily="50" charset="-127"/>
                <a:ea typeface="맑은 고딕" panose="020B0503020000020004" pitchFamily="50" charset="-127"/>
                <a:cs typeface="Times New Roman" panose="02020603050405020304" pitchFamily="18" charset="0"/>
              </a:rPr>
              <a:t>V</a:t>
            </a:r>
            <a:r>
              <a:rPr kumimoji="0" lang="en-US" altLang="ko-KR" sz="1400" b="0" i="0" u="none" strike="noStrike" cap="none" normalizeH="0" baseline="-30000" dirty="0" err="1">
                <a:ln>
                  <a:noFill/>
                </a:ln>
                <a:solidFill>
                  <a:schemeClr val="tx1"/>
                </a:solidFill>
                <a:effectLst/>
                <a:latin typeface="맑은 고딕" panose="020B0503020000020004" pitchFamily="50" charset="-127"/>
                <a:ea typeface="맑은 고딕" panose="020B0503020000020004" pitchFamily="50" charset="-127"/>
                <a:cs typeface="Times New Roman" panose="02020603050405020304" pitchFamily="18" charset="0"/>
              </a:rPr>
              <a:t>ground</a:t>
            </a:r>
            <a:r>
              <a:rPr kumimoji="0" lang="en-US" altLang="ko-KR" sz="1400" b="0" i="0" u="none" strike="noStrike" cap="none" normalizeH="0" baseline="0" dirty="0">
                <a:ln>
                  <a:noFill/>
                </a:ln>
                <a:solidFill>
                  <a:schemeClr val="tx1"/>
                </a:solidFill>
                <a:effectLst/>
                <a:latin typeface="맑은 고딕" panose="020B0503020000020004" pitchFamily="50" charset="-127"/>
                <a:ea typeface="맑은 고딕" panose="020B0503020000020004" pitchFamily="50" charset="-127"/>
                <a:cs typeface="Times New Roman" panose="02020603050405020304" pitchFamily="18" charset="0"/>
              </a:rPr>
              <a:t>)</a:t>
            </a:r>
            <a:r>
              <a:rPr kumimoji="0" lang="ko-KR" altLang="en-US" sz="1400" b="0" i="0" u="none" strike="noStrike" cap="none" normalizeH="0" baseline="0" dirty="0">
                <a:ln>
                  <a:noFill/>
                </a:ln>
                <a:solidFill>
                  <a:schemeClr val="tx1"/>
                </a:solidFill>
                <a:effectLst/>
                <a:latin typeface="맑은 고딕" panose="020B0503020000020004" pitchFamily="50" charset="-127"/>
                <a:ea typeface="맑은 고딕" panose="020B0503020000020004" pitchFamily="50" charset="-127"/>
                <a:cs typeface="Times New Roman" panose="02020603050405020304" pitchFamily="18" charset="0"/>
              </a:rPr>
              <a:t>를 가정하여 산정 </a:t>
            </a:r>
            <a:r>
              <a:rPr kumimoji="0" lang="en-US" altLang="ko-KR" sz="1400" b="0" i="0" u="none" strike="noStrike" cap="none" normalizeH="0" baseline="0" dirty="0">
                <a:ln>
                  <a:noFill/>
                </a:ln>
                <a:solidFill>
                  <a:schemeClr val="tx1"/>
                </a:solidFill>
                <a:effectLst/>
                <a:latin typeface="맑은 고딕" panose="020B0503020000020004" pitchFamily="50" charset="-127"/>
                <a:ea typeface="맑은 고딕" panose="020B0503020000020004" pitchFamily="50" charset="-127"/>
                <a:cs typeface="Times New Roman" panose="02020603050405020304" pitchFamily="18" charset="0"/>
              </a:rPr>
              <a:t>( </a:t>
            </a:r>
            <a:endParaRPr kumimoji="0" lang="en-US" altLang="ko-KR" sz="3200" b="0" i="0" u="none" strike="noStrike" cap="none" normalizeH="0" baseline="0" dirty="0">
              <a:ln>
                <a:noFill/>
              </a:ln>
              <a:solidFill>
                <a:schemeClr val="tx1"/>
              </a:solidFill>
              <a:effectLst/>
              <a:latin typeface="Arial" panose="020B0604020202020204" pitchFamily="34" charset="0"/>
            </a:endParaRPr>
          </a:p>
        </p:txBody>
      </p:sp>
      <p:pic>
        <p:nvPicPr>
          <p:cNvPr id="5123" name="그림 12" descr="폰트, 텍스트, 라인, 도표이(가) 표시된 사진&#10;&#10;자동 생성된 설명">
            <a:extLst>
              <a:ext uri="{FF2B5EF4-FFF2-40B4-BE49-F238E27FC236}">
                <a16:creationId xmlns:a16="http://schemas.microsoft.com/office/drawing/2014/main" id="{F752E848-530E-FD6B-4521-504C676BA69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19300" y="1128920"/>
            <a:ext cx="1133475" cy="295275"/>
          </a:xfrm>
          <a:prstGeom prst="rect">
            <a:avLst/>
          </a:prstGeom>
          <a:noFill/>
          <a:extLst>
            <a:ext uri="{909E8E84-426E-40DD-AFC4-6F175D3DCCD1}">
              <a14:hiddenFill xmlns:a14="http://schemas.microsoft.com/office/drawing/2010/main">
                <a:solidFill>
                  <a:srgbClr val="FFFFFF"/>
                </a:solidFill>
              </a14:hiddenFill>
            </a:ext>
          </a:extLst>
        </p:spPr>
      </p:pic>
      <p:sp>
        <p:nvSpPr>
          <p:cNvPr id="7" name="Rectangle 5">
            <a:extLst>
              <a:ext uri="{FF2B5EF4-FFF2-40B4-BE49-F238E27FC236}">
                <a16:creationId xmlns:a16="http://schemas.microsoft.com/office/drawing/2014/main" id="{283A5C73-0184-D4A8-0D6C-3D489E894048}"/>
              </a:ext>
            </a:extLst>
          </p:cNvPr>
          <p:cNvSpPr>
            <a:spLocks noChangeArrowheads="1"/>
          </p:cNvSpPr>
          <p:nvPr/>
        </p:nvSpPr>
        <p:spPr bwMode="auto">
          <a:xfrm>
            <a:off x="1092843" y="64251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ko-KR" sz="1000" b="0" i="0" u="none" strike="noStrike" cap="none" normalizeH="0" baseline="0">
                <a:ln>
                  <a:noFill/>
                </a:ln>
                <a:solidFill>
                  <a:schemeClr val="tx1"/>
                </a:solidFill>
                <a:effectLst/>
                <a:latin typeface="맑은 고딕" panose="020B0503020000020004" pitchFamily="50" charset="-127"/>
                <a:ea typeface="맑은 고딕" panose="020B0503020000020004" pitchFamily="50" charset="-127"/>
                <a:cs typeface="Times New Roman" panose="02020603050405020304" pitchFamily="18" charset="0"/>
              </a:rPr>
              <a:t>)</a:t>
            </a:r>
            <a:endParaRPr kumimoji="0" lang="en-US" altLang="ko-KR"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49187244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그림 3">
            <a:extLst>
              <a:ext uri="{FF2B5EF4-FFF2-40B4-BE49-F238E27FC236}">
                <a16:creationId xmlns:a16="http://schemas.microsoft.com/office/drawing/2014/main" id="{A7EC4FF0-0A8D-0A21-A8DC-19AB16495862}"/>
              </a:ext>
            </a:extLst>
          </p:cNvPr>
          <p:cNvPicPr>
            <a:picLocks noChangeAspect="1"/>
          </p:cNvPicPr>
          <p:nvPr/>
        </p:nvPicPr>
        <p:blipFill>
          <a:blip r:embed="rId2"/>
          <a:stretch>
            <a:fillRect/>
          </a:stretch>
        </p:blipFill>
        <p:spPr>
          <a:xfrm>
            <a:off x="-161112" y="583722"/>
            <a:ext cx="9629201" cy="6531811"/>
          </a:xfrm>
          <a:prstGeom prst="rect">
            <a:avLst/>
          </a:prstGeom>
        </p:spPr>
      </p:pic>
      <p:sp>
        <p:nvSpPr>
          <p:cNvPr id="6" name="TextBox 5">
            <a:extLst>
              <a:ext uri="{FF2B5EF4-FFF2-40B4-BE49-F238E27FC236}">
                <a16:creationId xmlns:a16="http://schemas.microsoft.com/office/drawing/2014/main" id="{FB4FADFB-677E-395D-2AD0-0210D2E93C69}"/>
              </a:ext>
            </a:extLst>
          </p:cNvPr>
          <p:cNvSpPr txBox="1"/>
          <p:nvPr/>
        </p:nvSpPr>
        <p:spPr>
          <a:xfrm>
            <a:off x="-1" y="163094"/>
            <a:ext cx="12072395" cy="841256"/>
          </a:xfrm>
          <a:prstGeom prst="rect">
            <a:avLst/>
          </a:prstGeom>
          <a:noFill/>
        </p:spPr>
        <p:txBody>
          <a:bodyPr wrap="square">
            <a:spAutoFit/>
          </a:bodyPr>
          <a:lstStyle/>
          <a:p>
            <a:pPr marL="342900" lvl="0" indent="-342900" latinLnBrk="1">
              <a:spcAft>
                <a:spcPts val="800"/>
              </a:spcAft>
              <a:buFont typeface="+mj-lt"/>
              <a:buAutoNum type="arabicPeriod"/>
              <a:tabLst>
                <a:tab pos="457200" algn="l"/>
              </a:tabLst>
            </a:pPr>
            <a:r>
              <a:rPr lang="en-US" altLang="ko-KR" sz="1400" b="1" kern="100" dirty="0">
                <a:effectLst/>
                <a:latin typeface="맑은 고딕" panose="020B0503020000020004" pitchFamily="50" charset="-127"/>
                <a:ea typeface="맑은 고딕" panose="020B0503020000020004" pitchFamily="50" charset="-127"/>
                <a:cs typeface="Times New Roman" panose="02020603050405020304" pitchFamily="18" charset="0"/>
              </a:rPr>
              <a:t>Main Corridor</a:t>
            </a:r>
            <a:r>
              <a:rPr lang="ko-KR" altLang="ko-KR" sz="1400" b="1" kern="100" dirty="0">
                <a:effectLst/>
                <a:latin typeface="맑은 고딕" panose="020B0503020000020004" pitchFamily="50" charset="-127"/>
                <a:ea typeface="맑은 고딕" panose="020B0503020000020004" pitchFamily="50" charset="-127"/>
                <a:cs typeface="Times New Roman" panose="02020603050405020304" pitchFamily="18" charset="0"/>
              </a:rPr>
              <a:t>와 연결성을 고려한</a:t>
            </a:r>
            <a:r>
              <a:rPr lang="en-US" altLang="ko-KR" sz="1400" b="1" kern="100" dirty="0">
                <a:effectLst/>
                <a:latin typeface="맑은 고딕" panose="020B0503020000020004" pitchFamily="50" charset="-127"/>
                <a:ea typeface="맑은 고딕" panose="020B0503020000020004" pitchFamily="50" charset="-127"/>
                <a:cs typeface="Times New Roman" panose="02020603050405020304" pitchFamily="18" charset="0"/>
              </a:rPr>
              <a:t> waypoint</a:t>
            </a:r>
            <a:r>
              <a:rPr lang="ko-KR" altLang="ko-KR" sz="1400" b="1" kern="100" dirty="0">
                <a:effectLst/>
                <a:latin typeface="맑은 고딕" panose="020B0503020000020004" pitchFamily="50" charset="-127"/>
                <a:ea typeface="맑은 고딕" panose="020B0503020000020004" pitchFamily="50" charset="-127"/>
                <a:cs typeface="Times New Roman" panose="02020603050405020304" pitchFamily="18" charset="0"/>
              </a:rPr>
              <a:t>에서의 속도</a:t>
            </a:r>
            <a:r>
              <a:rPr lang="en-US" altLang="ko-KR" sz="1400" b="1" kern="100" dirty="0">
                <a:effectLst/>
                <a:latin typeface="맑은 고딕" panose="020B0503020000020004" pitchFamily="50" charset="-127"/>
                <a:ea typeface="맑은 고딕" panose="020B0503020000020004" pitchFamily="50" charset="-127"/>
                <a:cs typeface="Times New Roman" panose="02020603050405020304" pitchFamily="18" charset="0"/>
              </a:rPr>
              <a:t>, </a:t>
            </a:r>
            <a:r>
              <a:rPr lang="en-US" altLang="ko-KR" sz="1400" b="1" kern="100" dirty="0" err="1">
                <a:effectLst/>
                <a:latin typeface="맑은 고딕" panose="020B0503020000020004" pitchFamily="50" charset="-127"/>
                <a:ea typeface="맑은 고딕" panose="020B0503020000020004" pitchFamily="50" charset="-127"/>
                <a:cs typeface="Times New Roman" panose="02020603050405020304" pitchFamily="18" charset="0"/>
              </a:rPr>
              <a:t>deproach</a:t>
            </a:r>
            <a:r>
              <a:rPr lang="en-US" altLang="ko-KR" sz="1400" b="1" kern="100" dirty="0">
                <a:effectLst/>
                <a:latin typeface="맑은 고딕" panose="020B0503020000020004" pitchFamily="50" charset="-127"/>
                <a:ea typeface="맑은 고딕" panose="020B0503020000020004" pitchFamily="50" charset="-127"/>
                <a:cs typeface="Times New Roman" panose="02020603050405020304" pitchFamily="18" charset="0"/>
              </a:rPr>
              <a:t> dimension </a:t>
            </a:r>
            <a:r>
              <a:rPr lang="ko-KR" altLang="ko-KR" sz="1400" b="1" kern="100" dirty="0">
                <a:effectLst/>
                <a:latin typeface="맑은 고딕" panose="020B0503020000020004" pitchFamily="50" charset="-127"/>
                <a:ea typeface="맑은 고딕" panose="020B0503020000020004" pitchFamily="50" charset="-127"/>
                <a:cs typeface="Times New Roman" panose="02020603050405020304" pitchFamily="18" charset="0"/>
              </a:rPr>
              <a:t>등 결정 </a:t>
            </a:r>
            <a:endParaRPr lang="ko-KR" altLang="ko-KR"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p>
            <a:pPr marL="342900" lvl="0" indent="-342900" latinLnBrk="1">
              <a:spcAft>
                <a:spcPts val="800"/>
              </a:spcAft>
              <a:buFont typeface="맑은 고딕" panose="020B0503020000020004" pitchFamily="50" charset="-127"/>
              <a:buChar char="-"/>
            </a:pPr>
            <a:r>
              <a:rPr lang="ko-KR" altLang="ko-KR" sz="1400" kern="100" dirty="0">
                <a:effectLst/>
                <a:latin typeface="맑은 고딕" panose="020B0503020000020004" pitchFamily="50" charset="-127"/>
                <a:ea typeface="맑은 고딕" panose="020B0503020000020004" pitchFamily="50" charset="-127"/>
                <a:cs typeface="Times New Roman" panose="02020603050405020304" pitchFamily="18" charset="0"/>
              </a:rPr>
              <a:t>여의도 공원을 기준으로 살펴보았을 때</a:t>
            </a:r>
            <a:r>
              <a:rPr lang="en-US" altLang="ko-KR" sz="1400" kern="100" dirty="0">
                <a:effectLst/>
                <a:latin typeface="맑은 고딕" panose="020B0503020000020004" pitchFamily="50" charset="-127"/>
                <a:ea typeface="맑은 고딕" panose="020B0503020000020004" pitchFamily="50" charset="-127"/>
                <a:cs typeface="Times New Roman" panose="02020603050405020304" pitchFamily="18" charset="0"/>
              </a:rPr>
              <a:t>, </a:t>
            </a:r>
            <a:r>
              <a:rPr lang="ko-KR" altLang="ko-KR" sz="1400" kern="100" dirty="0">
                <a:effectLst/>
                <a:latin typeface="맑은 고딕" panose="020B0503020000020004" pitchFamily="50" charset="-127"/>
                <a:ea typeface="맑은 고딕" panose="020B0503020000020004" pitchFamily="50" charset="-127"/>
                <a:cs typeface="Times New Roman" panose="02020603050405020304" pitchFamily="18" charset="0"/>
              </a:rPr>
              <a:t>한강 회랑과의 연결성을 고려한다면 우측 그림처럼</a:t>
            </a:r>
            <a:r>
              <a:rPr lang="en-US" altLang="ko-KR" sz="1400" kern="100" dirty="0">
                <a:effectLst/>
                <a:latin typeface="맑은 고딕" panose="020B0503020000020004" pitchFamily="50" charset="-127"/>
                <a:ea typeface="맑은 고딕" panose="020B0503020000020004" pitchFamily="50" charset="-127"/>
                <a:cs typeface="Times New Roman" panose="02020603050405020304" pitchFamily="18" charset="0"/>
              </a:rPr>
              <a:t> descent angle</a:t>
            </a:r>
            <a:r>
              <a:rPr lang="ko-KR" altLang="ko-KR" sz="1400" kern="100" dirty="0">
                <a:effectLst/>
                <a:latin typeface="맑은 고딕" panose="020B0503020000020004" pitchFamily="50" charset="-127"/>
                <a:ea typeface="맑은 고딕" panose="020B0503020000020004" pitchFamily="50" charset="-127"/>
                <a:cs typeface="Times New Roman" panose="02020603050405020304" pitchFamily="18" charset="0"/>
              </a:rPr>
              <a:t>을 높이는 대신 규정 속도를 낮춰 절차를 구성할 필요가 있어 보입니다</a:t>
            </a:r>
            <a:r>
              <a:rPr lang="en-US" altLang="ko-KR" sz="1400" kern="100" dirty="0">
                <a:effectLst/>
                <a:latin typeface="맑은 고딕" panose="020B0503020000020004" pitchFamily="50" charset="-127"/>
                <a:ea typeface="맑은 고딕" panose="020B0503020000020004" pitchFamily="50" charset="-127"/>
                <a:cs typeface="Times New Roman" panose="02020603050405020304" pitchFamily="18" charset="0"/>
              </a:rPr>
              <a:t>. </a:t>
            </a:r>
            <a:r>
              <a:rPr lang="ko-KR" altLang="ko-KR" sz="1400" kern="100" dirty="0">
                <a:effectLst/>
                <a:latin typeface="맑은 고딕" panose="020B0503020000020004" pitchFamily="50" charset="-127"/>
                <a:ea typeface="맑은 고딕" panose="020B0503020000020004" pitchFamily="50" charset="-127"/>
                <a:cs typeface="Times New Roman" panose="02020603050405020304" pitchFamily="18" charset="0"/>
              </a:rPr>
              <a:t>도심지</a:t>
            </a:r>
            <a:r>
              <a:rPr lang="en-US" altLang="ko-KR" sz="1400" kern="100" dirty="0">
                <a:effectLst/>
                <a:latin typeface="맑은 고딕" panose="020B0503020000020004" pitchFamily="50" charset="-127"/>
                <a:ea typeface="맑은 고딕" panose="020B0503020000020004" pitchFamily="50" charset="-127"/>
                <a:cs typeface="Times New Roman" panose="02020603050405020304" pitchFamily="18" charset="0"/>
              </a:rPr>
              <a:t> context</a:t>
            </a:r>
            <a:r>
              <a:rPr lang="ko-KR" altLang="ko-KR" sz="1400" kern="100" dirty="0">
                <a:effectLst/>
                <a:latin typeface="맑은 고딕" panose="020B0503020000020004" pitchFamily="50" charset="-127"/>
                <a:ea typeface="맑은 고딕" panose="020B0503020000020004" pitchFamily="50" charset="-127"/>
                <a:cs typeface="Times New Roman" panose="02020603050405020304" pitchFamily="18" charset="0"/>
              </a:rPr>
              <a:t>에 따라</a:t>
            </a:r>
            <a:r>
              <a:rPr lang="en-US" altLang="ko-KR" sz="1400" kern="100" dirty="0">
                <a:effectLst/>
                <a:latin typeface="맑은 고딕" panose="020B0503020000020004" pitchFamily="50" charset="-127"/>
                <a:ea typeface="맑은 고딕" panose="020B0503020000020004" pitchFamily="50" charset="-127"/>
                <a:cs typeface="Times New Roman" panose="02020603050405020304" pitchFamily="18" charset="0"/>
              </a:rPr>
              <a:t> design parameter</a:t>
            </a:r>
            <a:r>
              <a:rPr lang="ko-KR" altLang="ko-KR" sz="1400" kern="100" dirty="0">
                <a:effectLst/>
                <a:latin typeface="맑은 고딕" panose="020B0503020000020004" pitchFamily="50" charset="-127"/>
                <a:ea typeface="맑은 고딕" panose="020B0503020000020004" pitchFamily="50" charset="-127"/>
                <a:cs typeface="Times New Roman" panose="02020603050405020304" pitchFamily="18" charset="0"/>
              </a:rPr>
              <a:t>를 조정해서 소음 영향을 살펴봐야 할 것 같습니다</a:t>
            </a:r>
            <a:r>
              <a:rPr lang="en-US" altLang="ko-KR" sz="1400" kern="100" dirty="0">
                <a:effectLst/>
                <a:latin typeface="맑은 고딕" panose="020B0503020000020004" pitchFamily="50" charset="-127"/>
                <a:ea typeface="맑은 고딕" panose="020B0503020000020004" pitchFamily="50" charset="-127"/>
                <a:cs typeface="Times New Roman" panose="02020603050405020304" pitchFamily="18" charset="0"/>
              </a:rPr>
              <a:t>.  </a:t>
            </a:r>
            <a:endParaRPr lang="ko-KR" altLang="ko-KR" kern="100" dirty="0">
              <a:effectLst/>
              <a:latin typeface="맑은 고딕" panose="020B0503020000020004" pitchFamily="50" charset="-127"/>
              <a:ea typeface="맑은 고딕" panose="020B0503020000020004" pitchFamily="50" charset="-127"/>
              <a:cs typeface="Times New Roman" panose="02020603050405020304" pitchFamily="18" charset="0"/>
            </a:endParaRPr>
          </a:p>
        </p:txBody>
      </p:sp>
    </p:spTree>
    <p:extLst>
      <p:ext uri="{BB962C8B-B14F-4D97-AF65-F5344CB8AC3E}">
        <p14:creationId xmlns:p14="http://schemas.microsoft.com/office/powerpoint/2010/main" val="424479559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ACD1C0-6340-DA52-09FE-B49CA6B83CE9}"/>
            </a:ext>
          </a:extLst>
        </p:cNvPr>
        <p:cNvGrpSpPr/>
        <p:nvPr/>
      </p:nvGrpSpPr>
      <p:grpSpPr>
        <a:xfrm>
          <a:off x="0" y="0"/>
          <a:ext cx="0" cy="0"/>
          <a:chOff x="0" y="0"/>
          <a:chExt cx="0" cy="0"/>
        </a:xfrm>
      </p:grpSpPr>
      <p:pic>
        <p:nvPicPr>
          <p:cNvPr id="5" name="그림 4">
            <a:extLst>
              <a:ext uri="{FF2B5EF4-FFF2-40B4-BE49-F238E27FC236}">
                <a16:creationId xmlns:a16="http://schemas.microsoft.com/office/drawing/2014/main" id="{00727932-9106-ECA3-B66C-784EC3E87873}"/>
              </a:ext>
            </a:extLst>
          </p:cNvPr>
          <p:cNvPicPr>
            <a:picLocks noChangeAspect="1"/>
          </p:cNvPicPr>
          <p:nvPr/>
        </p:nvPicPr>
        <p:blipFill>
          <a:blip r:embed="rId2"/>
          <a:stretch>
            <a:fillRect/>
          </a:stretch>
        </p:blipFill>
        <p:spPr>
          <a:xfrm>
            <a:off x="184727" y="0"/>
            <a:ext cx="5559571" cy="6858000"/>
          </a:xfrm>
          <a:prstGeom prst="rect">
            <a:avLst/>
          </a:prstGeom>
        </p:spPr>
      </p:pic>
      <p:pic>
        <p:nvPicPr>
          <p:cNvPr id="7" name="그림 6">
            <a:extLst>
              <a:ext uri="{FF2B5EF4-FFF2-40B4-BE49-F238E27FC236}">
                <a16:creationId xmlns:a16="http://schemas.microsoft.com/office/drawing/2014/main" id="{0A22B93F-1E39-CA8D-D0CD-28828C58A373}"/>
              </a:ext>
            </a:extLst>
          </p:cNvPr>
          <p:cNvPicPr>
            <a:picLocks noChangeAspect="1"/>
          </p:cNvPicPr>
          <p:nvPr/>
        </p:nvPicPr>
        <p:blipFill>
          <a:blip r:embed="rId3"/>
          <a:stretch>
            <a:fillRect/>
          </a:stretch>
        </p:blipFill>
        <p:spPr>
          <a:xfrm>
            <a:off x="6151418" y="0"/>
            <a:ext cx="5291813" cy="6858000"/>
          </a:xfrm>
          <a:prstGeom prst="rect">
            <a:avLst/>
          </a:prstGeom>
        </p:spPr>
      </p:pic>
    </p:spTree>
    <p:extLst>
      <p:ext uri="{BB962C8B-B14F-4D97-AF65-F5344CB8AC3E}">
        <p14:creationId xmlns:p14="http://schemas.microsoft.com/office/powerpoint/2010/main" val="322269696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B1A88A89-8601-B0A1-E47F-17E08ADF263B}"/>
              </a:ext>
            </a:extLst>
          </p:cNvPr>
          <p:cNvSpPr>
            <a:spLocks noGrp="1"/>
          </p:cNvSpPr>
          <p:nvPr>
            <p:ph type="title"/>
          </p:nvPr>
        </p:nvSpPr>
        <p:spPr/>
        <p:txBody>
          <a:bodyPr/>
          <a:lstStyle/>
          <a:p>
            <a:r>
              <a:rPr lang="en-US" altLang="ko-KR" dirty="0"/>
              <a:t>Overall Procedure</a:t>
            </a:r>
            <a:endParaRPr lang="ko-KR" altLang="en-US" dirty="0"/>
          </a:p>
        </p:txBody>
      </p:sp>
      <p:sp>
        <p:nvSpPr>
          <p:cNvPr id="3" name="내용 개체 틀 2">
            <a:extLst>
              <a:ext uri="{FF2B5EF4-FFF2-40B4-BE49-F238E27FC236}">
                <a16:creationId xmlns:a16="http://schemas.microsoft.com/office/drawing/2014/main" id="{015BEF6A-022E-F18B-26CD-947BA21AC2EE}"/>
              </a:ext>
            </a:extLst>
          </p:cNvPr>
          <p:cNvSpPr>
            <a:spLocks noGrp="1"/>
          </p:cNvSpPr>
          <p:nvPr>
            <p:ph idx="1"/>
          </p:nvPr>
        </p:nvSpPr>
        <p:spPr/>
        <p:txBody>
          <a:bodyPr/>
          <a:lstStyle/>
          <a:p>
            <a:endParaRPr lang="ko-KR" altLang="en-US"/>
          </a:p>
        </p:txBody>
      </p:sp>
      <p:pic>
        <p:nvPicPr>
          <p:cNvPr id="5" name="그림 4">
            <a:extLst>
              <a:ext uri="{FF2B5EF4-FFF2-40B4-BE49-F238E27FC236}">
                <a16:creationId xmlns:a16="http://schemas.microsoft.com/office/drawing/2014/main" id="{D85816BE-ACF0-4E5C-E860-9C99451AE70D}"/>
              </a:ext>
            </a:extLst>
          </p:cNvPr>
          <p:cNvPicPr>
            <a:picLocks noChangeAspect="1"/>
          </p:cNvPicPr>
          <p:nvPr/>
        </p:nvPicPr>
        <p:blipFill>
          <a:blip r:embed="rId2"/>
          <a:stretch>
            <a:fillRect/>
          </a:stretch>
        </p:blipFill>
        <p:spPr>
          <a:xfrm>
            <a:off x="1681018" y="1825625"/>
            <a:ext cx="9382054" cy="4832229"/>
          </a:xfrm>
          <a:prstGeom prst="rect">
            <a:avLst/>
          </a:prstGeom>
        </p:spPr>
      </p:pic>
    </p:spTree>
    <p:extLst>
      <p:ext uri="{BB962C8B-B14F-4D97-AF65-F5344CB8AC3E}">
        <p14:creationId xmlns:p14="http://schemas.microsoft.com/office/powerpoint/2010/main" val="97533004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B06C566D-E4D6-89AF-0967-B8C48C2A021D}"/>
              </a:ext>
            </a:extLst>
          </p:cNvPr>
          <p:cNvSpPr>
            <a:spLocks noGrp="1"/>
          </p:cNvSpPr>
          <p:nvPr>
            <p:ph type="title"/>
          </p:nvPr>
        </p:nvSpPr>
        <p:spPr>
          <a:xfrm>
            <a:off x="838200" y="365125"/>
            <a:ext cx="10515600" cy="905663"/>
          </a:xfrm>
        </p:spPr>
        <p:txBody>
          <a:bodyPr/>
          <a:lstStyle/>
          <a:p>
            <a:r>
              <a:rPr lang="en-US" altLang="ko-KR" dirty="0"/>
              <a:t>UAM ‘Wheel’ concept</a:t>
            </a:r>
            <a:endParaRPr lang="ko-KR" altLang="en-US" dirty="0"/>
          </a:p>
        </p:txBody>
      </p:sp>
      <p:sp>
        <p:nvSpPr>
          <p:cNvPr id="3" name="내용 개체 틀 2">
            <a:extLst>
              <a:ext uri="{FF2B5EF4-FFF2-40B4-BE49-F238E27FC236}">
                <a16:creationId xmlns:a16="http://schemas.microsoft.com/office/drawing/2014/main" id="{96855387-499A-8132-13FF-D3A6A568D942}"/>
              </a:ext>
            </a:extLst>
          </p:cNvPr>
          <p:cNvSpPr>
            <a:spLocks noGrp="1"/>
          </p:cNvSpPr>
          <p:nvPr>
            <p:ph idx="1"/>
          </p:nvPr>
        </p:nvSpPr>
        <p:spPr/>
        <p:txBody>
          <a:bodyPr/>
          <a:lstStyle/>
          <a:p>
            <a:endParaRPr lang="ko-KR" altLang="en-US"/>
          </a:p>
        </p:txBody>
      </p:sp>
      <p:pic>
        <p:nvPicPr>
          <p:cNvPr id="5" name="그림 4">
            <a:extLst>
              <a:ext uri="{FF2B5EF4-FFF2-40B4-BE49-F238E27FC236}">
                <a16:creationId xmlns:a16="http://schemas.microsoft.com/office/drawing/2014/main" id="{FD9875FD-1BA5-5031-3C1C-4033A9959654}"/>
              </a:ext>
            </a:extLst>
          </p:cNvPr>
          <p:cNvPicPr>
            <a:picLocks noChangeAspect="1"/>
          </p:cNvPicPr>
          <p:nvPr/>
        </p:nvPicPr>
        <p:blipFill>
          <a:blip r:embed="rId3"/>
          <a:stretch>
            <a:fillRect/>
          </a:stretch>
        </p:blipFill>
        <p:spPr>
          <a:xfrm>
            <a:off x="838200" y="1187661"/>
            <a:ext cx="9463994" cy="5417120"/>
          </a:xfrm>
          <a:prstGeom prst="rect">
            <a:avLst/>
          </a:prstGeom>
        </p:spPr>
      </p:pic>
    </p:spTree>
    <p:extLst>
      <p:ext uri="{BB962C8B-B14F-4D97-AF65-F5344CB8AC3E}">
        <p14:creationId xmlns:p14="http://schemas.microsoft.com/office/powerpoint/2010/main" val="4818161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21E472-2760-2A86-598D-A9387EA505FE}"/>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5A6BC031-9ABF-CC8A-F41F-907FA3DB6632}"/>
              </a:ext>
            </a:extLst>
          </p:cNvPr>
          <p:cNvSpPr>
            <a:spLocks noGrp="1"/>
          </p:cNvSpPr>
          <p:nvPr>
            <p:ph type="title"/>
          </p:nvPr>
        </p:nvSpPr>
        <p:spPr>
          <a:xfrm>
            <a:off x="838200" y="365125"/>
            <a:ext cx="10515600" cy="905663"/>
          </a:xfrm>
        </p:spPr>
        <p:txBody>
          <a:bodyPr/>
          <a:lstStyle/>
          <a:p>
            <a:r>
              <a:rPr lang="en-US" altLang="ko-KR" dirty="0"/>
              <a:t>UAM ‘Wheel’ concept</a:t>
            </a:r>
            <a:endParaRPr lang="ko-KR" altLang="en-US" dirty="0"/>
          </a:p>
        </p:txBody>
      </p:sp>
      <p:sp>
        <p:nvSpPr>
          <p:cNvPr id="3" name="내용 개체 틀 2">
            <a:extLst>
              <a:ext uri="{FF2B5EF4-FFF2-40B4-BE49-F238E27FC236}">
                <a16:creationId xmlns:a16="http://schemas.microsoft.com/office/drawing/2014/main" id="{70767E12-8BAE-89CF-412A-E5FCF2264D38}"/>
              </a:ext>
            </a:extLst>
          </p:cNvPr>
          <p:cNvSpPr>
            <a:spLocks noGrp="1"/>
          </p:cNvSpPr>
          <p:nvPr>
            <p:ph idx="1"/>
          </p:nvPr>
        </p:nvSpPr>
        <p:spPr/>
        <p:txBody>
          <a:bodyPr/>
          <a:lstStyle/>
          <a:p>
            <a:endParaRPr lang="ko-KR" altLang="en-US"/>
          </a:p>
        </p:txBody>
      </p:sp>
      <p:pic>
        <p:nvPicPr>
          <p:cNvPr id="4" name="그림 3">
            <a:extLst>
              <a:ext uri="{FF2B5EF4-FFF2-40B4-BE49-F238E27FC236}">
                <a16:creationId xmlns:a16="http://schemas.microsoft.com/office/drawing/2014/main" id="{2CA30834-F0C6-DFB0-08A6-81B8B6BA811E}"/>
              </a:ext>
            </a:extLst>
          </p:cNvPr>
          <p:cNvPicPr>
            <a:picLocks noChangeAspect="1"/>
          </p:cNvPicPr>
          <p:nvPr/>
        </p:nvPicPr>
        <p:blipFill>
          <a:blip r:embed="rId2"/>
          <a:stretch>
            <a:fillRect/>
          </a:stretch>
        </p:blipFill>
        <p:spPr>
          <a:xfrm>
            <a:off x="1007811" y="1438627"/>
            <a:ext cx="8893572" cy="5376981"/>
          </a:xfrm>
          <a:prstGeom prst="rect">
            <a:avLst/>
          </a:prstGeom>
        </p:spPr>
      </p:pic>
    </p:spTree>
    <p:extLst>
      <p:ext uri="{BB962C8B-B14F-4D97-AF65-F5344CB8AC3E}">
        <p14:creationId xmlns:p14="http://schemas.microsoft.com/office/powerpoint/2010/main" val="187939027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그림 4">
            <a:extLst>
              <a:ext uri="{FF2B5EF4-FFF2-40B4-BE49-F238E27FC236}">
                <a16:creationId xmlns:a16="http://schemas.microsoft.com/office/drawing/2014/main" id="{C7C8D0BE-93D7-F8C9-7488-B467A0C12176}"/>
              </a:ext>
            </a:extLst>
          </p:cNvPr>
          <p:cNvPicPr>
            <a:picLocks noChangeAspect="1"/>
          </p:cNvPicPr>
          <p:nvPr/>
        </p:nvPicPr>
        <p:blipFill>
          <a:blip r:embed="rId2"/>
          <a:stretch>
            <a:fillRect/>
          </a:stretch>
        </p:blipFill>
        <p:spPr>
          <a:xfrm>
            <a:off x="2290232" y="1196550"/>
            <a:ext cx="6428896" cy="5471401"/>
          </a:xfrm>
          <a:prstGeom prst="rect">
            <a:avLst/>
          </a:prstGeom>
        </p:spPr>
      </p:pic>
      <p:sp>
        <p:nvSpPr>
          <p:cNvPr id="6" name="제목 1">
            <a:extLst>
              <a:ext uri="{FF2B5EF4-FFF2-40B4-BE49-F238E27FC236}">
                <a16:creationId xmlns:a16="http://schemas.microsoft.com/office/drawing/2014/main" id="{65C0B9C4-23C9-E285-E322-A788592C5831}"/>
              </a:ext>
            </a:extLst>
          </p:cNvPr>
          <p:cNvSpPr>
            <a:spLocks noGrp="1"/>
          </p:cNvSpPr>
          <p:nvPr>
            <p:ph type="title"/>
          </p:nvPr>
        </p:nvSpPr>
        <p:spPr>
          <a:xfrm>
            <a:off x="838200" y="365125"/>
            <a:ext cx="10515600" cy="905663"/>
          </a:xfrm>
        </p:spPr>
        <p:txBody>
          <a:bodyPr/>
          <a:lstStyle/>
          <a:p>
            <a:r>
              <a:rPr lang="en-US" altLang="ko-KR" dirty="0"/>
              <a:t>UAM ‘Wheel’ concept</a:t>
            </a:r>
            <a:endParaRPr lang="ko-KR" altLang="en-US" dirty="0"/>
          </a:p>
        </p:txBody>
      </p:sp>
    </p:spTree>
    <p:extLst>
      <p:ext uri="{BB962C8B-B14F-4D97-AF65-F5344CB8AC3E}">
        <p14:creationId xmlns:p14="http://schemas.microsoft.com/office/powerpoint/2010/main" val="249732575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5D04CA-7D39-EA34-F980-138E4B93EFB6}"/>
            </a:ext>
          </a:extLst>
        </p:cNvPr>
        <p:cNvGrpSpPr/>
        <p:nvPr/>
      </p:nvGrpSpPr>
      <p:grpSpPr>
        <a:xfrm>
          <a:off x="0" y="0"/>
          <a:ext cx="0" cy="0"/>
          <a:chOff x="0" y="0"/>
          <a:chExt cx="0" cy="0"/>
        </a:xfrm>
      </p:grpSpPr>
      <p:sp>
        <p:nvSpPr>
          <p:cNvPr id="6" name="제목 1">
            <a:extLst>
              <a:ext uri="{FF2B5EF4-FFF2-40B4-BE49-F238E27FC236}">
                <a16:creationId xmlns:a16="http://schemas.microsoft.com/office/drawing/2014/main" id="{1727A80F-D60A-4B70-3E53-D2A44F5B5F81}"/>
              </a:ext>
            </a:extLst>
          </p:cNvPr>
          <p:cNvSpPr>
            <a:spLocks noGrp="1"/>
          </p:cNvSpPr>
          <p:nvPr>
            <p:ph type="title"/>
          </p:nvPr>
        </p:nvSpPr>
        <p:spPr>
          <a:xfrm>
            <a:off x="838200" y="365125"/>
            <a:ext cx="10515600" cy="905663"/>
          </a:xfrm>
        </p:spPr>
        <p:txBody>
          <a:bodyPr/>
          <a:lstStyle/>
          <a:p>
            <a:r>
              <a:rPr lang="en-US" altLang="ko-KR" dirty="0"/>
              <a:t>Departure procedure sequence</a:t>
            </a:r>
            <a:endParaRPr lang="ko-KR" altLang="en-US" dirty="0"/>
          </a:p>
        </p:txBody>
      </p:sp>
      <p:pic>
        <p:nvPicPr>
          <p:cNvPr id="2" name="그림 1">
            <a:extLst>
              <a:ext uri="{FF2B5EF4-FFF2-40B4-BE49-F238E27FC236}">
                <a16:creationId xmlns:a16="http://schemas.microsoft.com/office/drawing/2014/main" id="{D48D5FDC-C50C-474F-CA49-0975CCA1A268}"/>
              </a:ext>
            </a:extLst>
          </p:cNvPr>
          <p:cNvPicPr>
            <a:picLocks noChangeAspect="1"/>
          </p:cNvPicPr>
          <p:nvPr/>
        </p:nvPicPr>
        <p:blipFill>
          <a:blip r:embed="rId2"/>
          <a:srcRect b="62503"/>
          <a:stretch/>
        </p:blipFill>
        <p:spPr>
          <a:xfrm>
            <a:off x="781682" y="1270788"/>
            <a:ext cx="5314318" cy="2571539"/>
          </a:xfrm>
          <a:prstGeom prst="rect">
            <a:avLst/>
          </a:prstGeom>
        </p:spPr>
      </p:pic>
      <p:pic>
        <p:nvPicPr>
          <p:cNvPr id="3" name="그림 2">
            <a:extLst>
              <a:ext uri="{FF2B5EF4-FFF2-40B4-BE49-F238E27FC236}">
                <a16:creationId xmlns:a16="http://schemas.microsoft.com/office/drawing/2014/main" id="{3F9C1C7B-EB88-AD59-28D5-C28E6E73CA18}"/>
              </a:ext>
            </a:extLst>
          </p:cNvPr>
          <p:cNvPicPr>
            <a:picLocks noChangeAspect="1"/>
          </p:cNvPicPr>
          <p:nvPr/>
        </p:nvPicPr>
        <p:blipFill>
          <a:blip r:embed="rId2"/>
          <a:srcRect t="64916" b="-2413"/>
          <a:stretch/>
        </p:blipFill>
        <p:spPr>
          <a:xfrm>
            <a:off x="781682" y="3842327"/>
            <a:ext cx="5314318" cy="2571539"/>
          </a:xfrm>
          <a:prstGeom prst="rect">
            <a:avLst/>
          </a:prstGeom>
        </p:spPr>
      </p:pic>
    </p:spTree>
    <p:extLst>
      <p:ext uri="{BB962C8B-B14F-4D97-AF65-F5344CB8AC3E}">
        <p14:creationId xmlns:p14="http://schemas.microsoft.com/office/powerpoint/2010/main" val="127186395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그림 4">
            <a:extLst>
              <a:ext uri="{FF2B5EF4-FFF2-40B4-BE49-F238E27FC236}">
                <a16:creationId xmlns:a16="http://schemas.microsoft.com/office/drawing/2014/main" id="{6CE08530-81F3-B7A5-9CC2-AA560058F59C}"/>
              </a:ext>
            </a:extLst>
          </p:cNvPr>
          <p:cNvPicPr>
            <a:picLocks noChangeAspect="1"/>
          </p:cNvPicPr>
          <p:nvPr/>
        </p:nvPicPr>
        <p:blipFill>
          <a:blip r:embed="rId2"/>
          <a:stretch>
            <a:fillRect/>
          </a:stretch>
        </p:blipFill>
        <p:spPr>
          <a:xfrm>
            <a:off x="1634836" y="1115270"/>
            <a:ext cx="7488146" cy="5742730"/>
          </a:xfrm>
          <a:prstGeom prst="rect">
            <a:avLst/>
          </a:prstGeom>
        </p:spPr>
      </p:pic>
      <p:sp>
        <p:nvSpPr>
          <p:cNvPr id="2" name="제목 1">
            <a:extLst>
              <a:ext uri="{FF2B5EF4-FFF2-40B4-BE49-F238E27FC236}">
                <a16:creationId xmlns:a16="http://schemas.microsoft.com/office/drawing/2014/main" id="{7CD3B78B-41B9-047B-D20F-6FC074477106}"/>
              </a:ext>
            </a:extLst>
          </p:cNvPr>
          <p:cNvSpPr>
            <a:spLocks noGrp="1"/>
          </p:cNvSpPr>
          <p:nvPr>
            <p:ph type="title"/>
          </p:nvPr>
        </p:nvSpPr>
        <p:spPr>
          <a:xfrm>
            <a:off x="838200" y="209607"/>
            <a:ext cx="10515600" cy="905663"/>
          </a:xfrm>
        </p:spPr>
        <p:txBody>
          <a:bodyPr>
            <a:normAutofit fontScale="90000"/>
          </a:bodyPr>
          <a:lstStyle/>
          <a:p>
            <a:r>
              <a:rPr lang="en-US" altLang="ko-KR" dirty="0"/>
              <a:t>Departure </a:t>
            </a:r>
            <a:br>
              <a:rPr lang="en-US" altLang="ko-KR" dirty="0"/>
            </a:br>
            <a:r>
              <a:rPr lang="en-US" altLang="ko-KR" dirty="0"/>
              <a:t>Pilot rating </a:t>
            </a:r>
            <a:r>
              <a:rPr lang="en-US" altLang="ko-KR" dirty="0" err="1"/>
              <a:t>w.r.t.</a:t>
            </a:r>
            <a:r>
              <a:rPr lang="en-US" altLang="ko-KR" dirty="0"/>
              <a:t> speed, angle</a:t>
            </a:r>
            <a:endParaRPr lang="ko-KR" altLang="en-US" dirty="0"/>
          </a:p>
        </p:txBody>
      </p:sp>
    </p:spTree>
    <p:extLst>
      <p:ext uri="{BB962C8B-B14F-4D97-AF65-F5344CB8AC3E}">
        <p14:creationId xmlns:p14="http://schemas.microsoft.com/office/powerpoint/2010/main" val="329145902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C901CD-6009-CA93-3FDA-171FA852FD75}"/>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A34FBE68-433C-511A-3B5D-F797D696B630}"/>
              </a:ext>
            </a:extLst>
          </p:cNvPr>
          <p:cNvSpPr>
            <a:spLocks noGrp="1"/>
          </p:cNvSpPr>
          <p:nvPr>
            <p:ph type="title"/>
          </p:nvPr>
        </p:nvSpPr>
        <p:spPr>
          <a:xfrm>
            <a:off x="838200" y="209607"/>
            <a:ext cx="10515600" cy="905663"/>
          </a:xfrm>
        </p:spPr>
        <p:txBody>
          <a:bodyPr>
            <a:normAutofit fontScale="90000"/>
          </a:bodyPr>
          <a:lstStyle/>
          <a:p>
            <a:r>
              <a:rPr lang="en-US" altLang="ko-KR" dirty="0"/>
              <a:t>Departure </a:t>
            </a:r>
            <a:br>
              <a:rPr lang="en-US" altLang="ko-KR" dirty="0"/>
            </a:br>
            <a:r>
              <a:rPr lang="en-US" altLang="ko-KR" dirty="0"/>
              <a:t>safety, comfort, rating </a:t>
            </a:r>
            <a:r>
              <a:rPr lang="en-US" altLang="ko-KR" dirty="0" err="1"/>
              <a:t>w.r.t.</a:t>
            </a:r>
            <a:r>
              <a:rPr lang="en-US" altLang="ko-KR" dirty="0"/>
              <a:t> speed, angle</a:t>
            </a:r>
            <a:endParaRPr lang="ko-KR" altLang="en-US" dirty="0"/>
          </a:p>
        </p:txBody>
      </p:sp>
      <p:graphicFrame>
        <p:nvGraphicFramePr>
          <p:cNvPr id="4" name="표 3">
            <a:extLst>
              <a:ext uri="{FF2B5EF4-FFF2-40B4-BE49-F238E27FC236}">
                <a16:creationId xmlns:a16="http://schemas.microsoft.com/office/drawing/2014/main" id="{11CE401F-16F3-C0C9-3FCC-EF7A0781E25E}"/>
              </a:ext>
            </a:extLst>
          </p:cNvPr>
          <p:cNvGraphicFramePr>
            <a:graphicFrameLocks noGrp="1"/>
          </p:cNvGraphicFramePr>
          <p:nvPr>
            <p:extLst>
              <p:ext uri="{D42A27DB-BD31-4B8C-83A1-F6EECF244321}">
                <p14:modId xmlns:p14="http://schemas.microsoft.com/office/powerpoint/2010/main" val="2794946036"/>
              </p:ext>
            </p:extLst>
          </p:nvPr>
        </p:nvGraphicFramePr>
        <p:xfrm>
          <a:off x="431799" y="1392411"/>
          <a:ext cx="11187546" cy="5032559"/>
        </p:xfrm>
        <a:graphic>
          <a:graphicData uri="http://schemas.openxmlformats.org/drawingml/2006/table">
            <a:tbl>
              <a:tblPr/>
              <a:tblGrid>
                <a:gridCol w="918969">
                  <a:extLst>
                    <a:ext uri="{9D8B030D-6E8A-4147-A177-3AD203B41FA5}">
                      <a16:colId xmlns:a16="http://schemas.microsoft.com/office/drawing/2014/main" val="3905462257"/>
                    </a:ext>
                  </a:extLst>
                </a:gridCol>
                <a:gridCol w="663700">
                  <a:extLst>
                    <a:ext uri="{9D8B030D-6E8A-4147-A177-3AD203B41FA5}">
                      <a16:colId xmlns:a16="http://schemas.microsoft.com/office/drawing/2014/main" val="160109717"/>
                    </a:ext>
                  </a:extLst>
                </a:gridCol>
                <a:gridCol w="666253">
                  <a:extLst>
                    <a:ext uri="{9D8B030D-6E8A-4147-A177-3AD203B41FA5}">
                      <a16:colId xmlns:a16="http://schemas.microsoft.com/office/drawing/2014/main" val="4071447265"/>
                    </a:ext>
                  </a:extLst>
                </a:gridCol>
                <a:gridCol w="1049158">
                  <a:extLst>
                    <a:ext uri="{9D8B030D-6E8A-4147-A177-3AD203B41FA5}">
                      <a16:colId xmlns:a16="http://schemas.microsoft.com/office/drawing/2014/main" val="2826911645"/>
                    </a:ext>
                  </a:extLst>
                </a:gridCol>
                <a:gridCol w="995551">
                  <a:extLst>
                    <a:ext uri="{9D8B030D-6E8A-4147-A177-3AD203B41FA5}">
                      <a16:colId xmlns:a16="http://schemas.microsoft.com/office/drawing/2014/main" val="961309840"/>
                    </a:ext>
                  </a:extLst>
                </a:gridCol>
                <a:gridCol w="1393772">
                  <a:extLst>
                    <a:ext uri="{9D8B030D-6E8A-4147-A177-3AD203B41FA5}">
                      <a16:colId xmlns:a16="http://schemas.microsoft.com/office/drawing/2014/main" val="1784348456"/>
                    </a:ext>
                  </a:extLst>
                </a:gridCol>
                <a:gridCol w="1286558">
                  <a:extLst>
                    <a:ext uri="{9D8B030D-6E8A-4147-A177-3AD203B41FA5}">
                      <a16:colId xmlns:a16="http://schemas.microsoft.com/office/drawing/2014/main" val="1087901433"/>
                    </a:ext>
                  </a:extLst>
                </a:gridCol>
                <a:gridCol w="873022">
                  <a:extLst>
                    <a:ext uri="{9D8B030D-6E8A-4147-A177-3AD203B41FA5}">
                      <a16:colId xmlns:a16="http://schemas.microsoft.com/office/drawing/2014/main" val="2037738141"/>
                    </a:ext>
                  </a:extLst>
                </a:gridCol>
                <a:gridCol w="277329">
                  <a:extLst>
                    <a:ext uri="{9D8B030D-6E8A-4147-A177-3AD203B41FA5}">
                      <a16:colId xmlns:a16="http://schemas.microsoft.com/office/drawing/2014/main" val="1409739090"/>
                    </a:ext>
                  </a:extLst>
                </a:gridCol>
                <a:gridCol w="3063234">
                  <a:extLst>
                    <a:ext uri="{9D8B030D-6E8A-4147-A177-3AD203B41FA5}">
                      <a16:colId xmlns:a16="http://schemas.microsoft.com/office/drawing/2014/main" val="4167482649"/>
                    </a:ext>
                  </a:extLst>
                </a:gridCol>
              </a:tblGrid>
              <a:tr h="199490">
                <a:tc rowSpan="2">
                  <a:txBody>
                    <a:bodyPr/>
                    <a:lstStyle/>
                    <a:p>
                      <a:pPr algn="ctr" fontAlgn="ctr"/>
                      <a:r>
                        <a:rPr lang="fi-FI" sz="1100" b="1" i="0" u="none" strike="noStrike">
                          <a:solidFill>
                            <a:srgbClr val="000000"/>
                          </a:solidFill>
                          <a:effectLst/>
                          <a:latin typeface="맑은 고딕" panose="020B0503020000020004" pitchFamily="50" charset="-127"/>
                          <a:ea typeface="맑은 고딕" panose="020B0503020000020004" pitchFamily="50" charset="-127"/>
                        </a:rPr>
                        <a:t>Flight Phase</a:t>
                      </a:r>
                    </a:p>
                  </a:txBody>
                  <a:tcPr marL="7131" marR="7131" marT="71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gridSpan="2">
                  <a:txBody>
                    <a:bodyPr/>
                    <a:lstStyle/>
                    <a:p>
                      <a:pPr algn="ctr" fontAlgn="ctr"/>
                      <a:r>
                        <a:rPr lang="fi-FI" sz="1100" b="1" i="0" u="none" strike="noStrike">
                          <a:solidFill>
                            <a:srgbClr val="000000"/>
                          </a:solidFill>
                          <a:effectLst/>
                          <a:latin typeface="맑은 고딕" panose="020B0503020000020004" pitchFamily="50" charset="-127"/>
                          <a:ea typeface="맑은 고딕" panose="020B0503020000020004" pitchFamily="50" charset="-127"/>
                        </a:rPr>
                        <a:t>Parameter</a:t>
                      </a:r>
                    </a:p>
                  </a:txBody>
                  <a:tcPr marL="7131" marR="7131" marT="71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hMerge="1">
                  <a:txBody>
                    <a:bodyPr/>
                    <a:lstStyle/>
                    <a:p>
                      <a:pPr latinLnBrk="1"/>
                      <a:endParaRPr lang="ko-KR" altLang="en-US"/>
                    </a:p>
                  </a:txBody>
                  <a:tcPr/>
                </a:tc>
                <a:tc gridSpan="2">
                  <a:txBody>
                    <a:bodyPr/>
                    <a:lstStyle/>
                    <a:p>
                      <a:pPr algn="ctr" fontAlgn="ctr"/>
                      <a:r>
                        <a:rPr lang="fi-FI" sz="1100" b="1" i="0" u="none" strike="noStrike">
                          <a:solidFill>
                            <a:srgbClr val="000000"/>
                          </a:solidFill>
                          <a:effectLst/>
                          <a:latin typeface="맑은 고딕" panose="020B0503020000020004" pitchFamily="50" charset="-127"/>
                          <a:ea typeface="맑은 고딕" panose="020B0503020000020004" pitchFamily="50" charset="-127"/>
                        </a:rPr>
                        <a:t>Safety</a:t>
                      </a:r>
                    </a:p>
                  </a:txBody>
                  <a:tcPr marL="7131" marR="7131" marT="71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hMerge="1">
                  <a:txBody>
                    <a:bodyPr/>
                    <a:lstStyle/>
                    <a:p>
                      <a:pPr latinLnBrk="1"/>
                      <a:endParaRPr lang="ko-KR" altLang="en-US"/>
                    </a:p>
                  </a:txBody>
                  <a:tcPr/>
                </a:tc>
                <a:tc gridSpan="2">
                  <a:txBody>
                    <a:bodyPr/>
                    <a:lstStyle/>
                    <a:p>
                      <a:pPr algn="ctr" fontAlgn="ctr"/>
                      <a:r>
                        <a:rPr lang="fi-FI" sz="1100" b="1" i="0" u="none" strike="noStrike">
                          <a:solidFill>
                            <a:srgbClr val="000000"/>
                          </a:solidFill>
                          <a:effectLst/>
                          <a:latin typeface="맑은 고딕" panose="020B0503020000020004" pitchFamily="50" charset="-127"/>
                          <a:ea typeface="맑은 고딕" panose="020B0503020000020004" pitchFamily="50" charset="-127"/>
                        </a:rPr>
                        <a:t>Passenger Comfort</a:t>
                      </a:r>
                    </a:p>
                  </a:txBody>
                  <a:tcPr marL="7131" marR="7131" marT="71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hMerge="1">
                  <a:txBody>
                    <a:bodyPr/>
                    <a:lstStyle/>
                    <a:p>
                      <a:pPr latinLnBrk="1"/>
                      <a:endParaRPr lang="ko-KR" altLang="en-US"/>
                    </a:p>
                  </a:txBody>
                  <a:tcPr/>
                </a:tc>
                <a:tc gridSpan="3">
                  <a:txBody>
                    <a:bodyPr/>
                    <a:lstStyle/>
                    <a:p>
                      <a:pPr algn="ctr" fontAlgn="ctr"/>
                      <a:r>
                        <a:rPr lang="fi-FI" sz="1100" b="1" i="0" u="none" strike="noStrike">
                          <a:solidFill>
                            <a:srgbClr val="000000"/>
                          </a:solidFill>
                          <a:effectLst/>
                          <a:latin typeface="맑은 고딕" panose="020B0503020000020004" pitchFamily="50" charset="-127"/>
                          <a:ea typeface="맑은 고딕" panose="020B0503020000020004" pitchFamily="50" charset="-127"/>
                        </a:rPr>
                        <a:t>Pilot Rating</a:t>
                      </a:r>
                    </a:p>
                  </a:txBody>
                  <a:tcPr marL="7131" marR="7131" marT="71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hMerge="1">
                  <a:txBody>
                    <a:bodyPr/>
                    <a:lstStyle/>
                    <a:p>
                      <a:pPr latinLnBrk="1"/>
                      <a:endParaRPr lang="ko-KR" altLang="en-US"/>
                    </a:p>
                  </a:txBody>
                  <a:tcPr/>
                </a:tc>
                <a:tc hMerge="1">
                  <a:txBody>
                    <a:bodyPr/>
                    <a:lstStyle/>
                    <a:p>
                      <a:pPr latinLnBrk="1"/>
                      <a:endParaRPr lang="ko-KR" altLang="en-US"/>
                    </a:p>
                  </a:txBody>
                  <a:tcPr/>
                </a:tc>
                <a:extLst>
                  <a:ext uri="{0D108BD9-81ED-4DB2-BD59-A6C34878D82A}">
                    <a16:rowId xmlns:a16="http://schemas.microsoft.com/office/drawing/2014/main" val="390996083"/>
                  </a:ext>
                </a:extLst>
              </a:tr>
              <a:tr h="487845">
                <a:tc vMerge="1">
                  <a:txBody>
                    <a:bodyPr/>
                    <a:lstStyle/>
                    <a:p>
                      <a:pPr latinLnBrk="1"/>
                      <a:endParaRPr lang="ko-KR" altLang="en-US"/>
                    </a:p>
                  </a:txBody>
                  <a:tcPr/>
                </a:tc>
                <a:tc>
                  <a:txBody>
                    <a:bodyPr/>
                    <a:lstStyle/>
                    <a:p>
                      <a:pPr algn="ctr" fontAlgn="ctr"/>
                      <a:r>
                        <a:rPr lang="fi-FI" sz="1100" b="0" i="0" u="none" strike="noStrike">
                          <a:solidFill>
                            <a:srgbClr val="000000"/>
                          </a:solidFill>
                          <a:effectLst/>
                          <a:latin typeface="맑은 고딕" panose="020B0503020000020004" pitchFamily="50" charset="-127"/>
                          <a:ea typeface="맑은 고딕" panose="020B0503020000020004" pitchFamily="50" charset="-127"/>
                        </a:rPr>
                        <a:t>Glidepath </a:t>
                      </a:r>
                      <a:br>
                        <a:rPr lang="fi-FI" sz="1100" b="0" i="0" u="none" strike="noStrike">
                          <a:solidFill>
                            <a:srgbClr val="000000"/>
                          </a:solidFill>
                          <a:effectLst/>
                          <a:latin typeface="맑은 고딕" panose="020B0503020000020004" pitchFamily="50" charset="-127"/>
                          <a:ea typeface="맑은 고딕" panose="020B0503020000020004" pitchFamily="50" charset="-127"/>
                        </a:rPr>
                      </a:br>
                      <a:r>
                        <a:rPr lang="fi-FI" sz="1100" b="0" i="0" u="none" strike="noStrike">
                          <a:solidFill>
                            <a:srgbClr val="000000"/>
                          </a:solidFill>
                          <a:effectLst/>
                          <a:latin typeface="맑은 고딕" panose="020B0503020000020004" pitchFamily="50" charset="-127"/>
                          <a:ea typeface="맑은 고딕" panose="020B0503020000020004" pitchFamily="50" charset="-127"/>
                        </a:rPr>
                        <a:t>angle</a:t>
                      </a:r>
                    </a:p>
                  </a:txBody>
                  <a:tcPr marL="7131" marR="7131" marT="71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fi-FI" sz="1100" b="0" i="0" u="none" strike="noStrike" dirty="0">
                          <a:solidFill>
                            <a:srgbClr val="000000"/>
                          </a:solidFill>
                          <a:effectLst/>
                          <a:latin typeface="맑은 고딕" panose="020B0503020000020004" pitchFamily="50" charset="-127"/>
                          <a:ea typeface="맑은 고딕" panose="020B0503020000020004" pitchFamily="50" charset="-127"/>
                        </a:rPr>
                        <a:t>max. </a:t>
                      </a:r>
                      <a:br>
                        <a:rPr lang="fi-FI" sz="1100" b="0" i="0" u="none" strike="noStrike" dirty="0">
                          <a:solidFill>
                            <a:srgbClr val="000000"/>
                          </a:solidFill>
                          <a:effectLst/>
                          <a:latin typeface="맑은 고딕" panose="020B0503020000020004" pitchFamily="50" charset="-127"/>
                          <a:ea typeface="맑은 고딕" panose="020B0503020000020004" pitchFamily="50" charset="-127"/>
                        </a:rPr>
                      </a:br>
                      <a:r>
                        <a:rPr lang="fi-FI" sz="1100" b="0" i="0" u="none" strike="noStrike" dirty="0">
                          <a:solidFill>
                            <a:srgbClr val="000000"/>
                          </a:solidFill>
                          <a:effectLst/>
                          <a:latin typeface="맑은 고딕" panose="020B0503020000020004" pitchFamily="50" charset="-127"/>
                          <a:ea typeface="맑은 고딕" panose="020B0503020000020004" pitchFamily="50" charset="-127"/>
                        </a:rPr>
                        <a:t>speed </a:t>
                      </a:r>
                    </a:p>
                    <a:p>
                      <a:pPr algn="ctr" fontAlgn="ctr"/>
                      <a:r>
                        <a:rPr lang="fi-FI" sz="1100" b="0" i="0" u="none" strike="noStrike" dirty="0">
                          <a:solidFill>
                            <a:srgbClr val="000000"/>
                          </a:solidFill>
                          <a:effectLst/>
                          <a:latin typeface="맑은 고딕" panose="020B0503020000020004" pitchFamily="50" charset="-127"/>
                          <a:ea typeface="맑은 고딕" panose="020B0503020000020004" pitchFamily="50" charset="-127"/>
                        </a:rPr>
                        <a:t>(kts)</a:t>
                      </a:r>
                    </a:p>
                  </a:txBody>
                  <a:tcPr marL="7131" marR="7131" marT="71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fi-FI" sz="1100" b="0" i="0" u="none" strike="noStrike" dirty="0">
                          <a:solidFill>
                            <a:srgbClr val="000000"/>
                          </a:solidFill>
                          <a:effectLst/>
                          <a:latin typeface="맑은 고딕" panose="020B0503020000020004" pitchFamily="50" charset="-127"/>
                          <a:ea typeface="맑은 고딕" panose="020B0503020000020004" pitchFamily="50" charset="-127"/>
                        </a:rPr>
                        <a:t>Vertical </a:t>
                      </a:r>
                    </a:p>
                    <a:p>
                      <a:pPr algn="ctr" fontAlgn="ctr"/>
                      <a:r>
                        <a:rPr lang="fi-FI" sz="1100" b="0" i="0" u="none" strike="noStrike" dirty="0">
                          <a:solidFill>
                            <a:srgbClr val="000000"/>
                          </a:solidFill>
                          <a:effectLst/>
                          <a:latin typeface="맑은 고딕" panose="020B0503020000020004" pitchFamily="50" charset="-127"/>
                          <a:ea typeface="맑은 고딕" panose="020B0503020000020004" pitchFamily="50" charset="-127"/>
                        </a:rPr>
                        <a:t>deviation</a:t>
                      </a:r>
                    </a:p>
                  </a:txBody>
                  <a:tcPr marL="7131" marR="7131" marT="71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fi-FI" sz="1100" b="0" i="0" u="none" strike="noStrike" dirty="0">
                          <a:solidFill>
                            <a:srgbClr val="000000"/>
                          </a:solidFill>
                          <a:effectLst/>
                          <a:latin typeface="맑은 고딕" panose="020B0503020000020004" pitchFamily="50" charset="-127"/>
                          <a:ea typeface="맑은 고딕" panose="020B0503020000020004" pitchFamily="50" charset="-127"/>
                        </a:rPr>
                        <a:t>Lateral </a:t>
                      </a:r>
                    </a:p>
                    <a:p>
                      <a:pPr algn="ctr" fontAlgn="ctr"/>
                      <a:r>
                        <a:rPr lang="fi-FI" sz="1100" b="0" i="0" u="none" strike="noStrike" dirty="0">
                          <a:solidFill>
                            <a:srgbClr val="000000"/>
                          </a:solidFill>
                          <a:effectLst/>
                          <a:latin typeface="맑은 고딕" panose="020B0503020000020004" pitchFamily="50" charset="-127"/>
                          <a:ea typeface="맑은 고딕" panose="020B0503020000020004" pitchFamily="50" charset="-127"/>
                        </a:rPr>
                        <a:t>deviation</a:t>
                      </a:r>
                    </a:p>
                  </a:txBody>
                  <a:tcPr marL="7131" marR="7131" marT="71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fi-FI" sz="1100" b="0" i="0" u="none" strike="noStrike" dirty="0">
                          <a:solidFill>
                            <a:srgbClr val="000000"/>
                          </a:solidFill>
                          <a:effectLst/>
                          <a:latin typeface="맑은 고딕" panose="020B0503020000020004" pitchFamily="50" charset="-127"/>
                          <a:ea typeface="맑은 고딕" panose="020B0503020000020004" pitchFamily="50" charset="-127"/>
                        </a:rPr>
                        <a:t>Linear acceleration </a:t>
                      </a:r>
                    </a:p>
                    <a:p>
                      <a:pPr algn="ctr" fontAlgn="ctr"/>
                      <a:r>
                        <a:rPr lang="fi-FI" sz="1100" b="0" i="0" u="none" strike="noStrike" dirty="0">
                          <a:solidFill>
                            <a:srgbClr val="000000"/>
                          </a:solidFill>
                          <a:effectLst/>
                          <a:latin typeface="맑은 고딕" panose="020B0503020000020004" pitchFamily="50" charset="-127"/>
                          <a:ea typeface="맑은 고딕" panose="020B0503020000020004" pitchFamily="50" charset="-127"/>
                        </a:rPr>
                        <a:t>jerk rate </a:t>
                      </a:r>
                    </a:p>
                  </a:txBody>
                  <a:tcPr marL="7131" marR="7131" marT="71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fi-FI" sz="1100" b="0" i="0" u="none" strike="noStrike" dirty="0">
                          <a:solidFill>
                            <a:srgbClr val="000000"/>
                          </a:solidFill>
                          <a:effectLst/>
                          <a:latin typeface="맑은 고딕" panose="020B0503020000020004" pitchFamily="50" charset="-127"/>
                          <a:ea typeface="맑은 고딕" panose="020B0503020000020004" pitchFamily="50" charset="-127"/>
                        </a:rPr>
                        <a:t>Rotational </a:t>
                      </a:r>
                    </a:p>
                    <a:p>
                      <a:pPr algn="ctr" fontAlgn="ctr"/>
                      <a:r>
                        <a:rPr lang="fi-FI" sz="1100" b="0" i="0" u="none" strike="noStrike" dirty="0">
                          <a:solidFill>
                            <a:srgbClr val="000000"/>
                          </a:solidFill>
                          <a:effectLst/>
                          <a:latin typeface="맑은 고딕" panose="020B0503020000020004" pitchFamily="50" charset="-127"/>
                          <a:ea typeface="맑은 고딕" panose="020B0503020000020004" pitchFamily="50" charset="-127"/>
                        </a:rPr>
                        <a:t>Acceleration</a:t>
                      </a:r>
                    </a:p>
                  </a:txBody>
                  <a:tcPr marL="7131" marR="7131" marT="71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gridSpan="2">
                  <a:txBody>
                    <a:bodyPr/>
                    <a:lstStyle/>
                    <a:p>
                      <a:pPr algn="ctr" fontAlgn="ctr"/>
                      <a:r>
                        <a:rPr lang="fi-FI" sz="1100" b="0" i="0" u="none" strike="noStrike">
                          <a:solidFill>
                            <a:srgbClr val="000000"/>
                          </a:solidFill>
                          <a:effectLst/>
                          <a:latin typeface="맑은 고딕" panose="020B0503020000020004" pitchFamily="50" charset="-127"/>
                          <a:ea typeface="맑은 고딕" panose="020B0503020000020004" pitchFamily="50" charset="-127"/>
                        </a:rPr>
                        <a:t>Rating</a:t>
                      </a:r>
                    </a:p>
                  </a:txBody>
                  <a:tcPr marL="7131" marR="7131" marT="71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hMerge="1">
                  <a:txBody>
                    <a:bodyPr/>
                    <a:lstStyle/>
                    <a:p>
                      <a:pPr latinLnBrk="1"/>
                      <a:endParaRPr lang="ko-KR" altLang="en-US"/>
                    </a:p>
                  </a:txBody>
                  <a:tcPr/>
                </a:tc>
                <a:tc>
                  <a:txBody>
                    <a:bodyPr/>
                    <a:lstStyle/>
                    <a:p>
                      <a:pPr algn="ctr" fontAlgn="ctr"/>
                      <a:r>
                        <a:rPr lang="fi-FI" sz="1100" b="0" i="0" u="none" strike="noStrike">
                          <a:solidFill>
                            <a:srgbClr val="000000"/>
                          </a:solidFill>
                          <a:effectLst/>
                          <a:latin typeface="맑은 고딕" panose="020B0503020000020004" pitchFamily="50" charset="-127"/>
                          <a:ea typeface="맑은 고딕" panose="020B0503020000020004" pitchFamily="50" charset="-127"/>
                        </a:rPr>
                        <a:t>Pilot Comments</a:t>
                      </a:r>
                    </a:p>
                  </a:txBody>
                  <a:tcPr marL="7131" marR="7131" marT="71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746748404"/>
                  </a:ext>
                </a:extLst>
              </a:tr>
              <a:tr h="398981">
                <a:tc rowSpan="9">
                  <a:txBody>
                    <a:bodyPr/>
                    <a:lstStyle/>
                    <a:p>
                      <a:pPr algn="ctr" fontAlgn="ctr"/>
                      <a:r>
                        <a:rPr lang="fi-FI" sz="1100" b="0" i="0" u="none" strike="noStrike">
                          <a:solidFill>
                            <a:srgbClr val="000000"/>
                          </a:solidFill>
                          <a:effectLst/>
                          <a:latin typeface="맑은 고딕" panose="020B0503020000020004" pitchFamily="50" charset="-127"/>
                          <a:ea typeface="맑은 고딕" panose="020B0503020000020004" pitchFamily="50" charset="-127"/>
                        </a:rPr>
                        <a:t>Departure</a:t>
                      </a:r>
                    </a:p>
                  </a:txBody>
                  <a:tcPr marL="7131" marR="7131" marT="71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rowSpan="3">
                  <a:txBody>
                    <a:bodyPr/>
                    <a:lstStyle/>
                    <a:p>
                      <a:pPr algn="ctr" fontAlgn="ctr"/>
                      <a:r>
                        <a:rPr lang="en-US" altLang="ko-KR" sz="1100" b="0" i="0" u="none" strike="noStrike">
                          <a:solidFill>
                            <a:srgbClr val="000000"/>
                          </a:solidFill>
                          <a:effectLst/>
                          <a:latin typeface="맑은 고딕" panose="020B0503020000020004" pitchFamily="50" charset="-127"/>
                          <a:ea typeface="맑은 고딕" panose="020B0503020000020004" pitchFamily="50" charset="-127"/>
                        </a:rPr>
                        <a:t>5</a:t>
                      </a:r>
                    </a:p>
                  </a:txBody>
                  <a:tcPr marL="7131" marR="7131" marT="71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altLang="ko-KR" sz="1100" b="0" i="0" u="none" strike="noStrike">
                          <a:solidFill>
                            <a:srgbClr val="000000"/>
                          </a:solidFill>
                          <a:effectLst/>
                          <a:latin typeface="맑은 고딕" panose="020B0503020000020004" pitchFamily="50" charset="-127"/>
                          <a:ea typeface="맑은 고딕" panose="020B0503020000020004" pitchFamily="50" charset="-127"/>
                        </a:rPr>
                        <a:t>45</a:t>
                      </a:r>
                    </a:p>
                  </a:txBody>
                  <a:tcPr marL="7131" marR="7131" marT="71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fi-FI" sz="1100" b="0" i="0" u="none" strike="noStrike">
                          <a:solidFill>
                            <a:srgbClr val="000000"/>
                          </a:solidFill>
                          <a:effectLst/>
                          <a:latin typeface="맑은 고딕" panose="020B0503020000020004" pitchFamily="50" charset="-127"/>
                          <a:ea typeface="맑은 고딕" panose="020B0503020000020004" pitchFamily="50" charset="-127"/>
                        </a:rPr>
                        <a:t>Least deviation</a:t>
                      </a:r>
                    </a:p>
                  </a:txBody>
                  <a:tcPr marL="7131" marR="7131" marT="71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9F8"/>
                    </a:solidFill>
                  </a:tcPr>
                </a:tc>
                <a:tc>
                  <a:txBody>
                    <a:bodyPr/>
                    <a:lstStyle/>
                    <a:p>
                      <a:pPr algn="ctr" fontAlgn="ctr"/>
                      <a:r>
                        <a:rPr lang="fi-FI" sz="1100" b="0" i="0" u="none" strike="noStrike">
                          <a:solidFill>
                            <a:srgbClr val="000000"/>
                          </a:solidFill>
                          <a:effectLst/>
                          <a:latin typeface="맑은 고딕" panose="020B0503020000020004" pitchFamily="50" charset="-127"/>
                          <a:ea typeface="맑은 고딕" panose="020B0503020000020004" pitchFamily="50" charset="-127"/>
                        </a:rPr>
                        <a:t>Least deviation</a:t>
                      </a:r>
                    </a:p>
                  </a:txBody>
                  <a:tcPr marL="7131" marR="7131" marT="71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9F8"/>
                    </a:solidFill>
                  </a:tcPr>
                </a:tc>
                <a:tc>
                  <a:txBody>
                    <a:bodyPr/>
                    <a:lstStyle/>
                    <a:p>
                      <a:pPr algn="ctr" fontAlgn="ctr"/>
                      <a:r>
                        <a:rPr lang="fi-FI" sz="1100" b="0" i="0" u="none" strike="noStrike">
                          <a:solidFill>
                            <a:srgbClr val="000000"/>
                          </a:solidFill>
                          <a:effectLst/>
                          <a:latin typeface="맑은 고딕" panose="020B0503020000020004" pitchFamily="50" charset="-127"/>
                          <a:ea typeface="맑은 고딕" panose="020B0503020000020004" pitchFamily="50" charset="-127"/>
                        </a:rPr>
                        <a:t>Most comfortable</a:t>
                      </a:r>
                    </a:p>
                  </a:txBody>
                  <a:tcPr marL="7131" marR="7131" marT="71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9F8"/>
                    </a:solidFill>
                  </a:tcPr>
                </a:tc>
                <a:tc>
                  <a:txBody>
                    <a:bodyPr/>
                    <a:lstStyle/>
                    <a:p>
                      <a:pPr algn="ctr" fontAlgn="ctr"/>
                      <a:r>
                        <a:rPr lang="fi-FI" sz="1100" b="0" i="0" u="none" strike="noStrike">
                          <a:solidFill>
                            <a:srgbClr val="000000"/>
                          </a:solidFill>
                          <a:effectLst/>
                          <a:latin typeface="맑은 고딕" panose="020B0503020000020004" pitchFamily="50" charset="-127"/>
                          <a:ea typeface="맑은 고딕" panose="020B0503020000020004" pitchFamily="50" charset="-127"/>
                        </a:rPr>
                        <a:t>Most comfortable</a:t>
                      </a:r>
                    </a:p>
                  </a:txBody>
                  <a:tcPr marL="7131" marR="7131" marT="71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9F8"/>
                    </a:solidFill>
                  </a:tcPr>
                </a:tc>
                <a:tc>
                  <a:txBody>
                    <a:bodyPr/>
                    <a:lstStyle/>
                    <a:p>
                      <a:pPr algn="ctr" fontAlgn="ctr"/>
                      <a:r>
                        <a:rPr lang="fi-FI" sz="1100" b="0" i="0" u="none" strike="noStrike">
                          <a:solidFill>
                            <a:srgbClr val="000000"/>
                          </a:solidFill>
                          <a:effectLst/>
                          <a:latin typeface="맑은 고딕" panose="020B0503020000020004" pitchFamily="50" charset="-127"/>
                          <a:ea typeface="맑은 고딕" panose="020B0503020000020004" pitchFamily="50" charset="-127"/>
                        </a:rPr>
                        <a:t>Highest rating</a:t>
                      </a:r>
                    </a:p>
                  </a:txBody>
                  <a:tcPr marL="7131" marR="7131" marT="71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9F8"/>
                    </a:solidFill>
                  </a:tcPr>
                </a:tc>
                <a:tc>
                  <a:txBody>
                    <a:bodyPr/>
                    <a:lstStyle/>
                    <a:p>
                      <a:pPr algn="ctr" fontAlgn="ctr"/>
                      <a:r>
                        <a:rPr lang="en-US" altLang="ko-KR" sz="1100" b="0" i="0" u="none" strike="noStrike">
                          <a:solidFill>
                            <a:srgbClr val="000000"/>
                          </a:solidFill>
                          <a:effectLst/>
                          <a:latin typeface="맑은 고딕" panose="020B0503020000020004" pitchFamily="50" charset="-127"/>
                          <a:ea typeface="맑은 고딕" panose="020B0503020000020004" pitchFamily="50" charset="-127"/>
                        </a:rPr>
                        <a:t>9.3</a:t>
                      </a:r>
                    </a:p>
                  </a:txBody>
                  <a:tcPr marL="7131" marR="7131" marT="71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9F8"/>
                    </a:solidFill>
                  </a:tcPr>
                </a:tc>
                <a:tc>
                  <a:txBody>
                    <a:bodyPr/>
                    <a:lstStyle/>
                    <a:p>
                      <a:pPr algn="l" fontAlgn="ctr"/>
                      <a:r>
                        <a:rPr lang="en-US" sz="1100" b="0" i="0" u="none" strike="noStrike">
                          <a:solidFill>
                            <a:srgbClr val="000000"/>
                          </a:solidFill>
                          <a:effectLst/>
                          <a:latin typeface="맑은 고딕" panose="020B0503020000020004" pitchFamily="50" charset="-127"/>
                          <a:ea typeface="맑은 고딕" panose="020B0503020000020004" pitchFamily="50" charset="-127"/>
                        </a:rPr>
                        <a:t>Conservative, easy to stay ahead of airplane, no task saturation.</a:t>
                      </a:r>
                    </a:p>
                  </a:txBody>
                  <a:tcPr marL="7131" marR="7131" marT="71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050103415"/>
                  </a:ext>
                </a:extLst>
              </a:tr>
              <a:tr h="199490">
                <a:tc vMerge="1">
                  <a:txBody>
                    <a:bodyPr/>
                    <a:lstStyle/>
                    <a:p>
                      <a:pPr latinLnBrk="1"/>
                      <a:endParaRPr lang="ko-KR" altLang="en-US"/>
                    </a:p>
                  </a:txBody>
                  <a:tcPr/>
                </a:tc>
                <a:tc vMerge="1">
                  <a:txBody>
                    <a:bodyPr/>
                    <a:lstStyle/>
                    <a:p>
                      <a:pPr latinLnBrk="1"/>
                      <a:endParaRPr lang="ko-KR" altLang="en-US"/>
                    </a:p>
                  </a:txBody>
                  <a:tcPr/>
                </a:tc>
                <a:tc>
                  <a:txBody>
                    <a:bodyPr/>
                    <a:lstStyle/>
                    <a:p>
                      <a:pPr algn="ctr" fontAlgn="ctr"/>
                      <a:r>
                        <a:rPr lang="en-US" altLang="ko-KR" sz="1100" b="0" i="0" u="none" strike="noStrike">
                          <a:solidFill>
                            <a:srgbClr val="000000"/>
                          </a:solidFill>
                          <a:effectLst/>
                          <a:latin typeface="맑은 고딕" panose="020B0503020000020004" pitchFamily="50" charset="-127"/>
                          <a:ea typeface="맑은 고딕" panose="020B0503020000020004" pitchFamily="50" charset="-127"/>
                        </a:rPr>
                        <a:t>60</a:t>
                      </a:r>
                    </a:p>
                  </a:txBody>
                  <a:tcPr marL="7131" marR="7131" marT="71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fi-FI" sz="1100" b="0" i="0" u="none" strike="noStrike">
                          <a:solidFill>
                            <a:srgbClr val="000000"/>
                          </a:solidFill>
                          <a:effectLst/>
                          <a:latin typeface="맑은 고딕" panose="020B0503020000020004" pitchFamily="50" charset="-127"/>
                          <a:ea typeface="맑은 고딕" panose="020B0503020000020004" pitchFamily="50" charset="-127"/>
                        </a:rPr>
                        <a:t>Moderate</a:t>
                      </a:r>
                    </a:p>
                  </a:txBody>
                  <a:tcPr marL="7131" marR="7131" marT="71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fi-FI" sz="1100" b="0" i="0" u="none" strike="noStrike">
                          <a:solidFill>
                            <a:srgbClr val="000000"/>
                          </a:solidFill>
                          <a:effectLst/>
                          <a:latin typeface="맑은 고딕" panose="020B0503020000020004" pitchFamily="50" charset="-127"/>
                          <a:ea typeface="맑은 고딕" panose="020B0503020000020004" pitchFamily="50" charset="-127"/>
                        </a:rPr>
                        <a:t>Moderate</a:t>
                      </a:r>
                    </a:p>
                  </a:txBody>
                  <a:tcPr marL="7131" marR="7131" marT="71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fi-FI" sz="1100" b="0" i="0" u="none" strike="noStrike">
                          <a:solidFill>
                            <a:srgbClr val="000000"/>
                          </a:solidFill>
                          <a:effectLst/>
                          <a:latin typeface="맑은 고딕" panose="020B0503020000020004" pitchFamily="50" charset="-127"/>
                          <a:ea typeface="맑은 고딕" panose="020B0503020000020004" pitchFamily="50" charset="-127"/>
                        </a:rPr>
                        <a:t>Comfortable</a:t>
                      </a:r>
                    </a:p>
                  </a:txBody>
                  <a:tcPr marL="7131" marR="7131" marT="71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fi-FI" sz="1100" b="0" i="0" u="none" strike="noStrike">
                          <a:solidFill>
                            <a:srgbClr val="000000"/>
                          </a:solidFill>
                          <a:effectLst/>
                          <a:latin typeface="맑은 고딕" panose="020B0503020000020004" pitchFamily="50" charset="-127"/>
                          <a:ea typeface="맑은 고딕" panose="020B0503020000020004" pitchFamily="50" charset="-127"/>
                        </a:rPr>
                        <a:t>Within Limits</a:t>
                      </a:r>
                    </a:p>
                  </a:txBody>
                  <a:tcPr marL="7131" marR="7131" marT="71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fi-FI" sz="1100" b="0" i="0" u="none" strike="noStrike">
                          <a:solidFill>
                            <a:srgbClr val="000000"/>
                          </a:solidFill>
                          <a:effectLst/>
                          <a:latin typeface="맑은 고딕" panose="020B0503020000020004" pitchFamily="50" charset="-127"/>
                          <a:ea typeface="맑은 고딕" panose="020B0503020000020004" pitchFamily="50" charset="-127"/>
                        </a:rPr>
                        <a:t>Acceptable</a:t>
                      </a:r>
                    </a:p>
                  </a:txBody>
                  <a:tcPr marL="7131" marR="7131" marT="71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altLang="ko-KR" sz="1100" b="0" i="0" u="none" strike="noStrike">
                          <a:solidFill>
                            <a:srgbClr val="000000"/>
                          </a:solidFill>
                          <a:effectLst/>
                          <a:latin typeface="맑은 고딕" panose="020B0503020000020004" pitchFamily="50" charset="-127"/>
                          <a:ea typeface="맑은 고딕" panose="020B0503020000020004" pitchFamily="50" charset="-127"/>
                        </a:rPr>
                        <a:t>9.3</a:t>
                      </a:r>
                    </a:p>
                  </a:txBody>
                  <a:tcPr marL="7131" marR="7131" marT="71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9F8"/>
                    </a:solidFill>
                  </a:tcPr>
                </a:tc>
                <a:tc>
                  <a:txBody>
                    <a:bodyPr/>
                    <a:lstStyle/>
                    <a:p>
                      <a:pPr algn="l" fontAlgn="ctr"/>
                      <a:r>
                        <a:rPr lang="en-US" sz="1100" b="0" i="0" u="none" strike="noStrike">
                          <a:solidFill>
                            <a:srgbClr val="000000"/>
                          </a:solidFill>
                          <a:effectLst/>
                          <a:latin typeface="맑은 고딕" panose="020B0503020000020004" pitchFamily="50" charset="-127"/>
                          <a:ea typeface="맑은 고딕" panose="020B0503020000020004" pitchFamily="50" charset="-127"/>
                        </a:rPr>
                        <a:t>Easy after just one practice</a:t>
                      </a:r>
                    </a:p>
                  </a:txBody>
                  <a:tcPr marL="7131" marR="7131" marT="71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655708194"/>
                  </a:ext>
                </a:extLst>
              </a:tr>
              <a:tr h="487845">
                <a:tc vMerge="1">
                  <a:txBody>
                    <a:bodyPr/>
                    <a:lstStyle/>
                    <a:p>
                      <a:pPr latinLnBrk="1"/>
                      <a:endParaRPr lang="ko-KR" altLang="en-US"/>
                    </a:p>
                  </a:txBody>
                  <a:tcPr/>
                </a:tc>
                <a:tc vMerge="1">
                  <a:txBody>
                    <a:bodyPr/>
                    <a:lstStyle/>
                    <a:p>
                      <a:pPr latinLnBrk="1"/>
                      <a:endParaRPr lang="ko-KR" altLang="en-US"/>
                    </a:p>
                  </a:txBody>
                  <a:tcPr/>
                </a:tc>
                <a:tc>
                  <a:txBody>
                    <a:bodyPr/>
                    <a:lstStyle/>
                    <a:p>
                      <a:pPr algn="ctr" fontAlgn="ctr"/>
                      <a:r>
                        <a:rPr lang="en-US" altLang="ko-KR" sz="1100" b="0" i="0" u="none" strike="noStrike">
                          <a:solidFill>
                            <a:srgbClr val="000000"/>
                          </a:solidFill>
                          <a:effectLst/>
                          <a:latin typeface="맑은 고딕" panose="020B0503020000020004" pitchFamily="50" charset="-127"/>
                          <a:ea typeface="맑은 고딕" panose="020B0503020000020004" pitchFamily="50" charset="-127"/>
                        </a:rPr>
                        <a:t>80</a:t>
                      </a:r>
                    </a:p>
                  </a:txBody>
                  <a:tcPr marL="7131" marR="7131" marT="71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fi-FI" sz="1100" b="0" i="0" u="none" strike="noStrike">
                          <a:solidFill>
                            <a:srgbClr val="000000"/>
                          </a:solidFill>
                          <a:effectLst/>
                          <a:latin typeface="맑은 고딕" panose="020B0503020000020004" pitchFamily="50" charset="-127"/>
                          <a:ea typeface="맑은 고딕" panose="020B0503020000020004" pitchFamily="50" charset="-127"/>
                        </a:rPr>
                        <a:t>Most</a:t>
                      </a:r>
                    </a:p>
                  </a:txBody>
                  <a:tcPr marL="7131" marR="7131" marT="71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fontAlgn="ctr"/>
                      <a:r>
                        <a:rPr lang="fi-FI" sz="1100" b="0" i="0" u="none" strike="noStrike">
                          <a:solidFill>
                            <a:srgbClr val="000000"/>
                          </a:solidFill>
                          <a:effectLst/>
                          <a:latin typeface="맑은 고딕" panose="020B0503020000020004" pitchFamily="50" charset="-127"/>
                          <a:ea typeface="맑은 고딕" panose="020B0503020000020004" pitchFamily="50" charset="-127"/>
                        </a:rPr>
                        <a:t>Most</a:t>
                      </a:r>
                    </a:p>
                  </a:txBody>
                  <a:tcPr marL="7131" marR="7131" marT="71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fontAlgn="ctr"/>
                      <a:r>
                        <a:rPr lang="fi-FI" sz="1100" b="0" i="0" u="none" strike="noStrike">
                          <a:solidFill>
                            <a:srgbClr val="000000"/>
                          </a:solidFill>
                          <a:effectLst/>
                          <a:latin typeface="맑은 고딕" panose="020B0503020000020004" pitchFamily="50" charset="-127"/>
                          <a:ea typeface="맑은 고딕" panose="020B0503020000020004" pitchFamily="50" charset="-127"/>
                        </a:rPr>
                        <a:t>Comfortable</a:t>
                      </a:r>
                    </a:p>
                  </a:txBody>
                  <a:tcPr marL="7131" marR="7131" marT="71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fi-FI" sz="1100" b="0" i="0" u="none" strike="noStrike">
                          <a:solidFill>
                            <a:srgbClr val="000000"/>
                          </a:solidFill>
                          <a:effectLst/>
                          <a:latin typeface="맑은 고딕" panose="020B0503020000020004" pitchFamily="50" charset="-127"/>
                          <a:ea typeface="맑은 고딕" panose="020B0503020000020004" pitchFamily="50" charset="-127"/>
                        </a:rPr>
                        <a:t>Within Limits</a:t>
                      </a:r>
                    </a:p>
                  </a:txBody>
                  <a:tcPr marL="7131" marR="7131" marT="71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fi-FI" sz="1100" b="0" i="0" u="none" strike="noStrike">
                          <a:solidFill>
                            <a:srgbClr val="000000"/>
                          </a:solidFill>
                          <a:effectLst/>
                          <a:latin typeface="맑은 고딕" panose="020B0503020000020004" pitchFamily="50" charset="-127"/>
                          <a:ea typeface="맑은 고딕" panose="020B0503020000020004" pitchFamily="50" charset="-127"/>
                        </a:rPr>
                        <a:t>Acceptable</a:t>
                      </a:r>
                    </a:p>
                  </a:txBody>
                  <a:tcPr marL="7131" marR="7131" marT="71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altLang="ko-KR" sz="1100" b="0" i="0" u="none" strike="noStrike" dirty="0">
                          <a:solidFill>
                            <a:srgbClr val="000000"/>
                          </a:solidFill>
                          <a:effectLst/>
                          <a:latin typeface="맑은 고딕" panose="020B0503020000020004" pitchFamily="50" charset="-127"/>
                          <a:ea typeface="맑은 고딕" panose="020B0503020000020004" pitchFamily="50" charset="-127"/>
                        </a:rPr>
                        <a:t>9.2</a:t>
                      </a:r>
                    </a:p>
                  </a:txBody>
                  <a:tcPr marL="7131" marR="7131" marT="71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9F8"/>
                    </a:solidFill>
                  </a:tcPr>
                </a:tc>
                <a:tc>
                  <a:txBody>
                    <a:bodyPr/>
                    <a:lstStyle/>
                    <a:p>
                      <a:pPr algn="l" fontAlgn="ctr"/>
                      <a:r>
                        <a:rPr lang="en-US" sz="1100" b="0" i="0" u="none" strike="noStrike">
                          <a:solidFill>
                            <a:srgbClr val="000000"/>
                          </a:solidFill>
                          <a:effectLst/>
                          <a:latin typeface="맑은 고딕" panose="020B0503020000020004" pitchFamily="50" charset="-127"/>
                          <a:ea typeface="맑은 고딕" panose="020B0503020000020004" pitchFamily="50" charset="-127"/>
                        </a:rPr>
                        <a:t>Easy, standard climb out, proficiency through training. Possible to overshoot altitude - no actual flight guidance.</a:t>
                      </a:r>
                    </a:p>
                  </a:txBody>
                  <a:tcPr marL="7131" marR="7131" marT="71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123668818"/>
                  </a:ext>
                </a:extLst>
              </a:tr>
              <a:tr h="398981">
                <a:tc vMerge="1">
                  <a:txBody>
                    <a:bodyPr/>
                    <a:lstStyle/>
                    <a:p>
                      <a:pPr latinLnBrk="1"/>
                      <a:endParaRPr lang="ko-KR" altLang="en-US"/>
                    </a:p>
                  </a:txBody>
                  <a:tcPr/>
                </a:tc>
                <a:tc rowSpan="3">
                  <a:txBody>
                    <a:bodyPr/>
                    <a:lstStyle/>
                    <a:p>
                      <a:pPr algn="ctr" fontAlgn="ctr"/>
                      <a:r>
                        <a:rPr lang="en-US" altLang="ko-KR" sz="1100" b="0" i="0" u="none" strike="noStrike" dirty="0">
                          <a:solidFill>
                            <a:srgbClr val="000000"/>
                          </a:solidFill>
                          <a:effectLst/>
                          <a:latin typeface="맑은 고딕" panose="020B0503020000020004" pitchFamily="50" charset="-127"/>
                          <a:ea typeface="맑은 고딕" panose="020B0503020000020004" pitchFamily="50" charset="-127"/>
                        </a:rPr>
                        <a:t>8</a:t>
                      </a:r>
                    </a:p>
                  </a:txBody>
                  <a:tcPr marL="7131" marR="7131" marT="71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altLang="ko-KR" sz="1100" b="0" i="0" u="none" strike="noStrike">
                          <a:solidFill>
                            <a:srgbClr val="000000"/>
                          </a:solidFill>
                          <a:effectLst/>
                          <a:latin typeface="맑은 고딕" panose="020B0503020000020004" pitchFamily="50" charset="-127"/>
                          <a:ea typeface="맑은 고딕" panose="020B0503020000020004" pitchFamily="50" charset="-127"/>
                        </a:rPr>
                        <a:t>45</a:t>
                      </a:r>
                    </a:p>
                  </a:txBody>
                  <a:tcPr marL="7131" marR="7131" marT="71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fi-FI" sz="1100" b="0" i="0" u="none" strike="noStrike">
                          <a:solidFill>
                            <a:srgbClr val="000000"/>
                          </a:solidFill>
                          <a:effectLst/>
                          <a:latin typeface="맑은 고딕" panose="020B0503020000020004" pitchFamily="50" charset="-127"/>
                          <a:ea typeface="맑은 고딕" panose="020B0503020000020004" pitchFamily="50" charset="-127"/>
                        </a:rPr>
                        <a:t>Least</a:t>
                      </a:r>
                    </a:p>
                  </a:txBody>
                  <a:tcPr marL="7131" marR="7131" marT="71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9F8"/>
                    </a:solidFill>
                  </a:tcPr>
                </a:tc>
                <a:tc>
                  <a:txBody>
                    <a:bodyPr/>
                    <a:lstStyle/>
                    <a:p>
                      <a:pPr algn="ctr" fontAlgn="ctr"/>
                      <a:r>
                        <a:rPr lang="fi-FI" sz="1100" b="0" i="0" u="none" strike="noStrike">
                          <a:solidFill>
                            <a:srgbClr val="000000"/>
                          </a:solidFill>
                          <a:effectLst/>
                          <a:latin typeface="맑은 고딕" panose="020B0503020000020004" pitchFamily="50" charset="-127"/>
                          <a:ea typeface="맑은 고딕" panose="020B0503020000020004" pitchFamily="50" charset="-127"/>
                        </a:rPr>
                        <a:t>Least</a:t>
                      </a:r>
                    </a:p>
                  </a:txBody>
                  <a:tcPr marL="7131" marR="7131" marT="71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9F8"/>
                    </a:solidFill>
                  </a:tcPr>
                </a:tc>
                <a:tc>
                  <a:txBody>
                    <a:bodyPr/>
                    <a:lstStyle/>
                    <a:p>
                      <a:pPr algn="ctr" fontAlgn="ctr"/>
                      <a:r>
                        <a:rPr lang="fi-FI" sz="1100" b="0" i="0" u="none" strike="noStrike">
                          <a:solidFill>
                            <a:srgbClr val="000000"/>
                          </a:solidFill>
                          <a:effectLst/>
                          <a:latin typeface="맑은 고딕" panose="020B0503020000020004" pitchFamily="50" charset="-127"/>
                          <a:ea typeface="맑은 고딕" panose="020B0503020000020004" pitchFamily="50" charset="-127"/>
                        </a:rPr>
                        <a:t>Most comfortable</a:t>
                      </a:r>
                    </a:p>
                  </a:txBody>
                  <a:tcPr marL="7131" marR="7131" marT="71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9F8"/>
                    </a:solidFill>
                  </a:tcPr>
                </a:tc>
                <a:tc>
                  <a:txBody>
                    <a:bodyPr/>
                    <a:lstStyle/>
                    <a:p>
                      <a:pPr algn="ctr" fontAlgn="ctr"/>
                      <a:r>
                        <a:rPr lang="fi-FI" sz="1100" b="0" i="0" u="none" strike="noStrike">
                          <a:solidFill>
                            <a:srgbClr val="000000"/>
                          </a:solidFill>
                          <a:effectLst/>
                          <a:latin typeface="맑은 고딕" panose="020B0503020000020004" pitchFamily="50" charset="-127"/>
                          <a:ea typeface="맑은 고딕" panose="020B0503020000020004" pitchFamily="50" charset="-127"/>
                        </a:rPr>
                        <a:t>Most comfortable</a:t>
                      </a:r>
                    </a:p>
                  </a:txBody>
                  <a:tcPr marL="7131" marR="7131" marT="71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9F8"/>
                    </a:solidFill>
                  </a:tcPr>
                </a:tc>
                <a:tc>
                  <a:txBody>
                    <a:bodyPr/>
                    <a:lstStyle/>
                    <a:p>
                      <a:pPr algn="ctr" fontAlgn="ctr"/>
                      <a:r>
                        <a:rPr lang="fi-FI" sz="1100" b="0" i="0" u="none" strike="noStrike">
                          <a:solidFill>
                            <a:srgbClr val="000000"/>
                          </a:solidFill>
                          <a:effectLst/>
                          <a:latin typeface="맑은 고딕" panose="020B0503020000020004" pitchFamily="50" charset="-127"/>
                          <a:ea typeface="맑은 고딕" panose="020B0503020000020004" pitchFamily="50" charset="-127"/>
                        </a:rPr>
                        <a:t>Acceptable</a:t>
                      </a:r>
                    </a:p>
                  </a:txBody>
                  <a:tcPr marL="7131" marR="7131" marT="71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altLang="ko-KR" sz="1100" b="0" i="0" u="none" strike="noStrike">
                          <a:solidFill>
                            <a:srgbClr val="000000"/>
                          </a:solidFill>
                          <a:effectLst/>
                          <a:latin typeface="맑은 고딕" panose="020B0503020000020004" pitchFamily="50" charset="-127"/>
                          <a:ea typeface="맑은 고딕" panose="020B0503020000020004" pitchFamily="50" charset="-127"/>
                        </a:rPr>
                        <a:t>8.8</a:t>
                      </a:r>
                    </a:p>
                  </a:txBody>
                  <a:tcPr marL="7131" marR="7131" marT="71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9F8"/>
                    </a:solidFill>
                  </a:tcPr>
                </a:tc>
                <a:tc>
                  <a:txBody>
                    <a:bodyPr/>
                    <a:lstStyle/>
                    <a:p>
                      <a:pPr algn="l" fontAlgn="ctr"/>
                      <a:r>
                        <a:rPr lang="en-US" sz="1100" b="0" i="0" u="none" strike="noStrike">
                          <a:solidFill>
                            <a:srgbClr val="000000"/>
                          </a:solidFill>
                          <a:effectLst/>
                          <a:latin typeface="맑은 고딕" panose="020B0503020000020004" pitchFamily="50" charset="-127"/>
                          <a:ea typeface="맑은 고딕" panose="020B0503020000020004" pitchFamily="50" charset="-127"/>
                        </a:rPr>
                        <a:t>Easy when using flight path marker to maintain climb angle.</a:t>
                      </a:r>
                    </a:p>
                  </a:txBody>
                  <a:tcPr marL="7131" marR="7131" marT="71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074076893"/>
                  </a:ext>
                </a:extLst>
              </a:tr>
              <a:tr h="328252">
                <a:tc vMerge="1">
                  <a:txBody>
                    <a:bodyPr/>
                    <a:lstStyle/>
                    <a:p>
                      <a:pPr latinLnBrk="1"/>
                      <a:endParaRPr lang="ko-KR" altLang="en-US"/>
                    </a:p>
                  </a:txBody>
                  <a:tcPr/>
                </a:tc>
                <a:tc vMerge="1">
                  <a:txBody>
                    <a:bodyPr/>
                    <a:lstStyle/>
                    <a:p>
                      <a:pPr latinLnBrk="1"/>
                      <a:endParaRPr lang="ko-KR" altLang="en-US"/>
                    </a:p>
                  </a:txBody>
                  <a:tcPr/>
                </a:tc>
                <a:tc>
                  <a:txBody>
                    <a:bodyPr/>
                    <a:lstStyle/>
                    <a:p>
                      <a:pPr algn="ctr" fontAlgn="ctr"/>
                      <a:r>
                        <a:rPr lang="en-US" altLang="ko-KR" sz="1100" b="0" i="0" u="none" strike="noStrike">
                          <a:solidFill>
                            <a:srgbClr val="000000"/>
                          </a:solidFill>
                          <a:effectLst/>
                          <a:latin typeface="맑은 고딕" panose="020B0503020000020004" pitchFamily="50" charset="-127"/>
                          <a:ea typeface="맑은 고딕" panose="020B0503020000020004" pitchFamily="50" charset="-127"/>
                        </a:rPr>
                        <a:t>60</a:t>
                      </a:r>
                    </a:p>
                  </a:txBody>
                  <a:tcPr marL="7131" marR="7131" marT="71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fi-FI" sz="1100" b="0" i="0" u="none" strike="noStrike">
                          <a:solidFill>
                            <a:srgbClr val="000000"/>
                          </a:solidFill>
                          <a:effectLst/>
                          <a:latin typeface="맑은 고딕" panose="020B0503020000020004" pitchFamily="50" charset="-127"/>
                          <a:ea typeface="맑은 고딕" panose="020B0503020000020004" pitchFamily="50" charset="-127"/>
                        </a:rPr>
                        <a:t>Moderate</a:t>
                      </a:r>
                    </a:p>
                  </a:txBody>
                  <a:tcPr marL="7131" marR="7131" marT="71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fi-FI" sz="1100" b="0" i="0" u="none" strike="noStrike">
                          <a:solidFill>
                            <a:srgbClr val="000000"/>
                          </a:solidFill>
                          <a:effectLst/>
                          <a:latin typeface="맑은 고딕" panose="020B0503020000020004" pitchFamily="50" charset="-127"/>
                          <a:ea typeface="맑은 고딕" panose="020B0503020000020004" pitchFamily="50" charset="-127"/>
                        </a:rPr>
                        <a:t>Moderate</a:t>
                      </a:r>
                    </a:p>
                  </a:txBody>
                  <a:tcPr marL="7131" marR="7131" marT="71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fi-FI" sz="1100" b="0" i="0" u="none" strike="noStrike">
                          <a:solidFill>
                            <a:srgbClr val="000000"/>
                          </a:solidFill>
                          <a:effectLst/>
                          <a:latin typeface="맑은 고딕" panose="020B0503020000020004" pitchFamily="50" charset="-127"/>
                          <a:ea typeface="맑은 고딕" panose="020B0503020000020004" pitchFamily="50" charset="-127"/>
                        </a:rPr>
                        <a:t>Comfortable</a:t>
                      </a:r>
                    </a:p>
                  </a:txBody>
                  <a:tcPr marL="7131" marR="7131" marT="71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fi-FI" sz="1100" b="0" i="0" u="none" strike="noStrike">
                          <a:solidFill>
                            <a:srgbClr val="000000"/>
                          </a:solidFill>
                          <a:effectLst/>
                          <a:latin typeface="맑은 고딕" panose="020B0503020000020004" pitchFamily="50" charset="-127"/>
                          <a:ea typeface="맑은 고딕" panose="020B0503020000020004" pitchFamily="50" charset="-127"/>
                        </a:rPr>
                        <a:t>Within Limits</a:t>
                      </a:r>
                    </a:p>
                  </a:txBody>
                  <a:tcPr marL="7131" marR="7131" marT="71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fi-FI" sz="1100" b="0" i="0" u="none" strike="noStrike">
                          <a:solidFill>
                            <a:srgbClr val="000000"/>
                          </a:solidFill>
                          <a:effectLst/>
                          <a:latin typeface="맑은 고딕" panose="020B0503020000020004" pitchFamily="50" charset="-127"/>
                          <a:ea typeface="맑은 고딕" panose="020B0503020000020004" pitchFamily="50" charset="-127"/>
                        </a:rPr>
                        <a:t>Highest rating</a:t>
                      </a:r>
                    </a:p>
                  </a:txBody>
                  <a:tcPr marL="7131" marR="7131" marT="71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9F8"/>
                    </a:solidFill>
                  </a:tcPr>
                </a:tc>
                <a:tc>
                  <a:txBody>
                    <a:bodyPr/>
                    <a:lstStyle/>
                    <a:p>
                      <a:pPr algn="ctr" fontAlgn="ctr"/>
                      <a:r>
                        <a:rPr lang="en-US" altLang="ko-KR" sz="1100" b="0" i="0" u="none" strike="noStrike">
                          <a:solidFill>
                            <a:srgbClr val="000000"/>
                          </a:solidFill>
                          <a:effectLst/>
                          <a:latin typeface="맑은 고딕" panose="020B0503020000020004" pitchFamily="50" charset="-127"/>
                          <a:ea typeface="맑은 고딕" panose="020B0503020000020004" pitchFamily="50" charset="-127"/>
                        </a:rPr>
                        <a:t>9</a:t>
                      </a:r>
                    </a:p>
                  </a:txBody>
                  <a:tcPr marL="7131" marR="7131" marT="71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9F8"/>
                    </a:solidFill>
                  </a:tcPr>
                </a:tc>
                <a:tc>
                  <a:txBody>
                    <a:bodyPr/>
                    <a:lstStyle/>
                    <a:p>
                      <a:pPr algn="l" fontAlgn="ctr"/>
                      <a:r>
                        <a:rPr lang="en-US" sz="1100" b="0" i="0" u="none" strike="noStrike">
                          <a:solidFill>
                            <a:srgbClr val="000000"/>
                          </a:solidFill>
                          <a:effectLst/>
                          <a:latin typeface="맑은 고딕" panose="020B0503020000020004" pitchFamily="50" charset="-127"/>
                          <a:ea typeface="맑은 고딕" panose="020B0503020000020004" pitchFamily="50" charset="-127"/>
                        </a:rPr>
                        <a:t>Comfortable speed. Lack of flight guidance problematic.</a:t>
                      </a:r>
                    </a:p>
                  </a:txBody>
                  <a:tcPr marL="7131" marR="7131" marT="71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655641976"/>
                  </a:ext>
                </a:extLst>
              </a:tr>
              <a:tr h="398981">
                <a:tc vMerge="1">
                  <a:txBody>
                    <a:bodyPr/>
                    <a:lstStyle/>
                    <a:p>
                      <a:pPr latinLnBrk="1"/>
                      <a:endParaRPr lang="ko-KR" altLang="en-US"/>
                    </a:p>
                  </a:txBody>
                  <a:tcPr/>
                </a:tc>
                <a:tc vMerge="1">
                  <a:txBody>
                    <a:bodyPr/>
                    <a:lstStyle/>
                    <a:p>
                      <a:pPr latinLnBrk="1"/>
                      <a:endParaRPr lang="ko-KR" altLang="en-US"/>
                    </a:p>
                  </a:txBody>
                  <a:tcPr/>
                </a:tc>
                <a:tc>
                  <a:txBody>
                    <a:bodyPr/>
                    <a:lstStyle/>
                    <a:p>
                      <a:pPr algn="ctr" fontAlgn="ctr"/>
                      <a:r>
                        <a:rPr lang="en-US" altLang="ko-KR" sz="1100" b="0" i="0" u="none" strike="noStrike">
                          <a:solidFill>
                            <a:srgbClr val="000000"/>
                          </a:solidFill>
                          <a:effectLst/>
                          <a:latin typeface="맑은 고딕" panose="020B0503020000020004" pitchFamily="50" charset="-127"/>
                          <a:ea typeface="맑은 고딕" panose="020B0503020000020004" pitchFamily="50" charset="-127"/>
                        </a:rPr>
                        <a:t>80</a:t>
                      </a:r>
                    </a:p>
                  </a:txBody>
                  <a:tcPr marL="7131" marR="7131" marT="71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fi-FI" sz="1100" b="0" i="0" u="none" strike="noStrike">
                          <a:solidFill>
                            <a:srgbClr val="000000"/>
                          </a:solidFill>
                          <a:effectLst/>
                          <a:latin typeface="맑은 고딕" panose="020B0503020000020004" pitchFamily="50" charset="-127"/>
                          <a:ea typeface="맑은 고딕" panose="020B0503020000020004" pitchFamily="50" charset="-127"/>
                        </a:rPr>
                        <a:t>Most</a:t>
                      </a:r>
                    </a:p>
                  </a:txBody>
                  <a:tcPr marL="7131" marR="7131" marT="71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fontAlgn="ctr"/>
                      <a:r>
                        <a:rPr lang="fi-FI" sz="1100" b="0" i="0" u="none" strike="noStrike">
                          <a:solidFill>
                            <a:srgbClr val="000000"/>
                          </a:solidFill>
                          <a:effectLst/>
                          <a:latin typeface="맑은 고딕" panose="020B0503020000020004" pitchFamily="50" charset="-127"/>
                          <a:ea typeface="맑은 고딕" panose="020B0503020000020004" pitchFamily="50" charset="-127"/>
                        </a:rPr>
                        <a:t>Most</a:t>
                      </a:r>
                    </a:p>
                  </a:txBody>
                  <a:tcPr marL="7131" marR="7131" marT="71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fontAlgn="ctr"/>
                      <a:r>
                        <a:rPr lang="fi-FI" sz="1100" b="0" i="0" u="none" strike="noStrike">
                          <a:solidFill>
                            <a:srgbClr val="000000"/>
                          </a:solidFill>
                          <a:effectLst/>
                          <a:latin typeface="맑은 고딕" panose="020B0503020000020004" pitchFamily="50" charset="-127"/>
                          <a:ea typeface="맑은 고딕" panose="020B0503020000020004" pitchFamily="50" charset="-127"/>
                        </a:rPr>
                        <a:t>Comfortable</a:t>
                      </a:r>
                    </a:p>
                  </a:txBody>
                  <a:tcPr marL="7131" marR="7131" marT="71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fi-FI" sz="1100" b="0" i="0" u="none" strike="noStrike">
                          <a:solidFill>
                            <a:srgbClr val="000000"/>
                          </a:solidFill>
                          <a:effectLst/>
                          <a:latin typeface="맑은 고딕" panose="020B0503020000020004" pitchFamily="50" charset="-127"/>
                          <a:ea typeface="맑은 고딕" panose="020B0503020000020004" pitchFamily="50" charset="-127"/>
                        </a:rPr>
                        <a:t>Within Limits</a:t>
                      </a:r>
                    </a:p>
                  </a:txBody>
                  <a:tcPr marL="7131" marR="7131" marT="71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fi-FI" sz="1100" b="0" i="0" u="none" strike="noStrike">
                          <a:solidFill>
                            <a:srgbClr val="000000"/>
                          </a:solidFill>
                          <a:effectLst/>
                          <a:latin typeface="맑은 고딕" panose="020B0503020000020004" pitchFamily="50" charset="-127"/>
                          <a:ea typeface="맑은 고딕" panose="020B0503020000020004" pitchFamily="50" charset="-127"/>
                        </a:rPr>
                        <a:t>Acceptable</a:t>
                      </a:r>
                    </a:p>
                  </a:txBody>
                  <a:tcPr marL="7131" marR="7131" marT="71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altLang="ko-KR" sz="1100" b="0" i="0" u="none" strike="noStrike">
                          <a:solidFill>
                            <a:srgbClr val="000000"/>
                          </a:solidFill>
                          <a:effectLst/>
                          <a:latin typeface="맑은 고딕" panose="020B0503020000020004" pitchFamily="50" charset="-127"/>
                          <a:ea typeface="맑은 고딕" panose="020B0503020000020004" pitchFamily="50" charset="-127"/>
                        </a:rPr>
                        <a:t>8.6</a:t>
                      </a:r>
                    </a:p>
                  </a:txBody>
                  <a:tcPr marL="7131" marR="7131" marT="71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9F8"/>
                    </a:solidFill>
                  </a:tcPr>
                </a:tc>
                <a:tc>
                  <a:txBody>
                    <a:bodyPr/>
                    <a:lstStyle/>
                    <a:p>
                      <a:pPr algn="l" fontAlgn="ctr"/>
                      <a:r>
                        <a:rPr lang="en-US" sz="1100" b="0" i="0" u="none" strike="noStrike">
                          <a:solidFill>
                            <a:srgbClr val="000000"/>
                          </a:solidFill>
                          <a:effectLst/>
                          <a:latin typeface="맑은 고딕" panose="020B0503020000020004" pitchFamily="50" charset="-127"/>
                          <a:ea typeface="맑은 고딕" panose="020B0503020000020004" pitchFamily="50" charset="-127"/>
                        </a:rPr>
                        <a:t>Too fast for the pattern. Blew well outside of waypoints. Pattern too tight/not flyable at 80 kts.</a:t>
                      </a:r>
                    </a:p>
                  </a:txBody>
                  <a:tcPr marL="7131" marR="7131" marT="71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25663911"/>
                  </a:ext>
                </a:extLst>
              </a:tr>
              <a:tr h="598471">
                <a:tc vMerge="1">
                  <a:txBody>
                    <a:bodyPr/>
                    <a:lstStyle/>
                    <a:p>
                      <a:pPr latinLnBrk="1"/>
                      <a:endParaRPr lang="ko-KR" altLang="en-US"/>
                    </a:p>
                  </a:txBody>
                  <a:tcPr/>
                </a:tc>
                <a:tc rowSpan="3">
                  <a:txBody>
                    <a:bodyPr/>
                    <a:lstStyle/>
                    <a:p>
                      <a:pPr algn="ctr" fontAlgn="ctr"/>
                      <a:r>
                        <a:rPr lang="en-US" altLang="ko-KR" sz="1100" b="0" i="0" u="none" strike="noStrike">
                          <a:solidFill>
                            <a:srgbClr val="000000"/>
                          </a:solidFill>
                          <a:effectLst/>
                          <a:latin typeface="맑은 고딕" panose="020B0503020000020004" pitchFamily="50" charset="-127"/>
                          <a:ea typeface="맑은 고딕" panose="020B0503020000020004" pitchFamily="50" charset="-127"/>
                        </a:rPr>
                        <a:t>12</a:t>
                      </a:r>
                    </a:p>
                  </a:txBody>
                  <a:tcPr marL="7131" marR="7131" marT="71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altLang="ko-KR" sz="1100" b="0" i="0" u="none" strike="noStrike">
                          <a:solidFill>
                            <a:srgbClr val="000000"/>
                          </a:solidFill>
                          <a:effectLst/>
                          <a:latin typeface="맑은 고딕" panose="020B0503020000020004" pitchFamily="50" charset="-127"/>
                          <a:ea typeface="맑은 고딕" panose="020B0503020000020004" pitchFamily="50" charset="-127"/>
                        </a:rPr>
                        <a:t>45</a:t>
                      </a:r>
                    </a:p>
                  </a:txBody>
                  <a:tcPr marL="7131" marR="7131" marT="71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fi-FI" sz="1100" b="0" i="0" u="none" strike="noStrike">
                          <a:solidFill>
                            <a:srgbClr val="000000"/>
                          </a:solidFill>
                          <a:effectLst/>
                          <a:latin typeface="맑은 고딕" panose="020B0503020000020004" pitchFamily="50" charset="-127"/>
                          <a:ea typeface="맑은 고딕" panose="020B0503020000020004" pitchFamily="50" charset="-127"/>
                        </a:rPr>
                        <a:t>Least</a:t>
                      </a:r>
                    </a:p>
                  </a:txBody>
                  <a:tcPr marL="7131" marR="7131" marT="71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9F8"/>
                    </a:solidFill>
                  </a:tcPr>
                </a:tc>
                <a:tc>
                  <a:txBody>
                    <a:bodyPr/>
                    <a:lstStyle/>
                    <a:p>
                      <a:pPr algn="ctr" fontAlgn="ctr"/>
                      <a:r>
                        <a:rPr lang="fi-FI" sz="1100" b="0" i="0" u="none" strike="noStrike">
                          <a:solidFill>
                            <a:srgbClr val="000000"/>
                          </a:solidFill>
                          <a:effectLst/>
                          <a:latin typeface="맑은 고딕" panose="020B0503020000020004" pitchFamily="50" charset="-127"/>
                          <a:ea typeface="맑은 고딕" panose="020B0503020000020004" pitchFamily="50" charset="-127"/>
                        </a:rPr>
                        <a:t>Most</a:t>
                      </a:r>
                    </a:p>
                  </a:txBody>
                  <a:tcPr marL="7131" marR="7131" marT="71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fontAlgn="ctr"/>
                      <a:r>
                        <a:rPr lang="fi-FI" sz="1100" b="0" i="0" u="none" strike="noStrike">
                          <a:solidFill>
                            <a:srgbClr val="000000"/>
                          </a:solidFill>
                          <a:effectLst/>
                          <a:latin typeface="맑은 고딕" panose="020B0503020000020004" pitchFamily="50" charset="-127"/>
                          <a:ea typeface="맑은 고딕" panose="020B0503020000020004" pitchFamily="50" charset="-127"/>
                        </a:rPr>
                        <a:t>Most comfortable</a:t>
                      </a:r>
                    </a:p>
                  </a:txBody>
                  <a:tcPr marL="7131" marR="7131" marT="71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9F8"/>
                    </a:solidFill>
                  </a:tcPr>
                </a:tc>
                <a:tc>
                  <a:txBody>
                    <a:bodyPr/>
                    <a:lstStyle/>
                    <a:p>
                      <a:pPr algn="ctr" fontAlgn="ctr"/>
                      <a:r>
                        <a:rPr lang="fi-FI" sz="1100" b="0" i="0" u="none" strike="noStrike">
                          <a:solidFill>
                            <a:srgbClr val="000000"/>
                          </a:solidFill>
                          <a:effectLst/>
                          <a:latin typeface="맑은 고딕" panose="020B0503020000020004" pitchFamily="50" charset="-127"/>
                          <a:ea typeface="맑은 고딕" panose="020B0503020000020004" pitchFamily="50" charset="-127"/>
                        </a:rPr>
                        <a:t>Most comfortable</a:t>
                      </a:r>
                    </a:p>
                  </a:txBody>
                  <a:tcPr marL="7131" marR="7131" marT="71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9F8"/>
                    </a:solidFill>
                  </a:tcPr>
                </a:tc>
                <a:tc>
                  <a:txBody>
                    <a:bodyPr/>
                    <a:lstStyle/>
                    <a:p>
                      <a:pPr algn="ctr" fontAlgn="ctr"/>
                      <a:r>
                        <a:rPr lang="fi-FI" sz="1100" b="0" i="0" u="none" strike="noStrike">
                          <a:solidFill>
                            <a:srgbClr val="000000"/>
                          </a:solidFill>
                          <a:effectLst/>
                          <a:latin typeface="맑은 고딕" panose="020B0503020000020004" pitchFamily="50" charset="-127"/>
                          <a:ea typeface="맑은 고딕" panose="020B0503020000020004" pitchFamily="50" charset="-127"/>
                        </a:rPr>
                        <a:t>Highest rating</a:t>
                      </a:r>
                    </a:p>
                  </a:txBody>
                  <a:tcPr marL="7131" marR="7131" marT="71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9F8"/>
                    </a:solidFill>
                  </a:tcPr>
                </a:tc>
                <a:tc>
                  <a:txBody>
                    <a:bodyPr/>
                    <a:lstStyle/>
                    <a:p>
                      <a:pPr algn="ctr" fontAlgn="ctr"/>
                      <a:r>
                        <a:rPr lang="en-US" altLang="ko-KR" sz="1100" b="0" i="0" u="none" strike="noStrike">
                          <a:solidFill>
                            <a:srgbClr val="000000"/>
                          </a:solidFill>
                          <a:effectLst/>
                          <a:latin typeface="맑은 고딕" panose="020B0503020000020004" pitchFamily="50" charset="-127"/>
                          <a:ea typeface="맑은 고딕" panose="020B0503020000020004" pitchFamily="50" charset="-127"/>
                        </a:rPr>
                        <a:t>8.6</a:t>
                      </a:r>
                    </a:p>
                  </a:txBody>
                  <a:tcPr marL="7131" marR="7131" marT="71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9F8"/>
                    </a:solidFill>
                  </a:tcPr>
                </a:tc>
                <a:tc>
                  <a:txBody>
                    <a:bodyPr/>
                    <a:lstStyle/>
                    <a:p>
                      <a:pPr algn="l" fontAlgn="ctr"/>
                      <a:r>
                        <a:rPr lang="en-US" sz="1100" b="0" i="0" u="none" strike="noStrike">
                          <a:solidFill>
                            <a:srgbClr val="000000"/>
                          </a:solidFill>
                          <a:effectLst/>
                          <a:latin typeface="맑은 고딕" panose="020B0503020000020004" pitchFamily="50" charset="-127"/>
                          <a:ea typeface="맑은 고딕" panose="020B0503020000020004" pitchFamily="50" charset="-127"/>
                        </a:rPr>
                        <a:t>Higher workload, task saturation possible. Training definitely required. Once off parameters, hard to reacquire/correct.</a:t>
                      </a:r>
                    </a:p>
                  </a:txBody>
                  <a:tcPr marL="7131" marR="7131" marT="71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276129409"/>
                  </a:ext>
                </a:extLst>
              </a:tr>
              <a:tr h="647436">
                <a:tc vMerge="1">
                  <a:txBody>
                    <a:bodyPr/>
                    <a:lstStyle/>
                    <a:p>
                      <a:pPr latinLnBrk="1"/>
                      <a:endParaRPr lang="ko-KR" altLang="en-US"/>
                    </a:p>
                  </a:txBody>
                  <a:tcPr/>
                </a:tc>
                <a:tc vMerge="1">
                  <a:txBody>
                    <a:bodyPr/>
                    <a:lstStyle/>
                    <a:p>
                      <a:pPr latinLnBrk="1"/>
                      <a:endParaRPr lang="ko-KR" altLang="en-US"/>
                    </a:p>
                  </a:txBody>
                  <a:tcPr/>
                </a:tc>
                <a:tc>
                  <a:txBody>
                    <a:bodyPr/>
                    <a:lstStyle/>
                    <a:p>
                      <a:pPr algn="ctr" fontAlgn="ctr"/>
                      <a:r>
                        <a:rPr lang="en-US" altLang="ko-KR" sz="1100" b="0" i="0" u="none" strike="noStrike">
                          <a:solidFill>
                            <a:srgbClr val="000000"/>
                          </a:solidFill>
                          <a:effectLst/>
                          <a:latin typeface="맑은 고딕" panose="020B0503020000020004" pitchFamily="50" charset="-127"/>
                          <a:ea typeface="맑은 고딕" panose="020B0503020000020004" pitchFamily="50" charset="-127"/>
                        </a:rPr>
                        <a:t>60</a:t>
                      </a:r>
                    </a:p>
                  </a:txBody>
                  <a:tcPr marL="7131" marR="7131" marT="71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fi-FI" sz="1100" b="0" i="0" u="none" strike="noStrike">
                          <a:solidFill>
                            <a:srgbClr val="000000"/>
                          </a:solidFill>
                          <a:effectLst/>
                          <a:latin typeface="맑은 고딕" panose="020B0503020000020004" pitchFamily="50" charset="-127"/>
                          <a:ea typeface="맑은 고딕" panose="020B0503020000020004" pitchFamily="50" charset="-127"/>
                        </a:rPr>
                        <a:t>Moderate</a:t>
                      </a:r>
                    </a:p>
                  </a:txBody>
                  <a:tcPr marL="7131" marR="7131" marT="71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fi-FI" sz="1100" b="0" i="0" u="none" strike="noStrike">
                          <a:solidFill>
                            <a:srgbClr val="000000"/>
                          </a:solidFill>
                          <a:effectLst/>
                          <a:latin typeface="맑은 고딕" panose="020B0503020000020004" pitchFamily="50" charset="-127"/>
                          <a:ea typeface="맑은 고딕" panose="020B0503020000020004" pitchFamily="50" charset="-127"/>
                        </a:rPr>
                        <a:t>Moderate</a:t>
                      </a:r>
                    </a:p>
                  </a:txBody>
                  <a:tcPr marL="7131" marR="7131" marT="71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fi-FI" sz="1100" b="0" i="0" u="none" strike="noStrike">
                          <a:solidFill>
                            <a:srgbClr val="000000"/>
                          </a:solidFill>
                          <a:effectLst/>
                          <a:latin typeface="맑은 고딕" panose="020B0503020000020004" pitchFamily="50" charset="-127"/>
                          <a:ea typeface="맑은 고딕" panose="020B0503020000020004" pitchFamily="50" charset="-127"/>
                        </a:rPr>
                        <a:t>Comfortable</a:t>
                      </a:r>
                    </a:p>
                  </a:txBody>
                  <a:tcPr marL="7131" marR="7131" marT="71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fi-FI" sz="1100" b="0" i="0" u="none" strike="noStrike">
                          <a:solidFill>
                            <a:srgbClr val="000000"/>
                          </a:solidFill>
                          <a:effectLst/>
                          <a:latin typeface="맑은 고딕" panose="020B0503020000020004" pitchFamily="50" charset="-127"/>
                          <a:ea typeface="맑은 고딕" panose="020B0503020000020004" pitchFamily="50" charset="-127"/>
                        </a:rPr>
                        <a:t>Within Limits</a:t>
                      </a:r>
                    </a:p>
                  </a:txBody>
                  <a:tcPr marL="7131" marR="7131" marT="71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fi-FI" sz="1100" b="0" i="0" u="none" strike="noStrike">
                          <a:solidFill>
                            <a:srgbClr val="000000"/>
                          </a:solidFill>
                          <a:effectLst/>
                          <a:latin typeface="맑은 고딕" panose="020B0503020000020004" pitchFamily="50" charset="-127"/>
                          <a:ea typeface="맑은 고딕" panose="020B0503020000020004" pitchFamily="50" charset="-127"/>
                        </a:rPr>
                        <a:t>Workload</a:t>
                      </a:r>
                      <a:br>
                        <a:rPr lang="fi-FI" sz="1100" b="0" i="0" u="none" strike="noStrike">
                          <a:solidFill>
                            <a:srgbClr val="000000"/>
                          </a:solidFill>
                          <a:effectLst/>
                          <a:latin typeface="맑은 고딕" panose="020B0503020000020004" pitchFamily="50" charset="-127"/>
                          <a:ea typeface="맑은 고딕" panose="020B0503020000020004" pitchFamily="50" charset="-127"/>
                        </a:rPr>
                      </a:br>
                      <a:r>
                        <a:rPr lang="fi-FI" sz="1100" b="0" i="0" u="none" strike="noStrike">
                          <a:solidFill>
                            <a:srgbClr val="000000"/>
                          </a:solidFill>
                          <a:effectLst/>
                          <a:latin typeface="맑은 고딕" panose="020B0503020000020004" pitchFamily="50" charset="-127"/>
                          <a:ea typeface="맑은 고딕" panose="020B0503020000020004" pitchFamily="50" charset="-127"/>
                        </a:rPr>
                        <a:t>/Situational awareness</a:t>
                      </a:r>
                    </a:p>
                  </a:txBody>
                  <a:tcPr marL="7131" marR="7131" marT="71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fontAlgn="ctr"/>
                      <a:r>
                        <a:rPr lang="en-US" altLang="ko-KR" sz="1100" b="0" i="0" u="none" strike="noStrike">
                          <a:solidFill>
                            <a:srgbClr val="000000"/>
                          </a:solidFill>
                          <a:effectLst/>
                          <a:latin typeface="맑은 고딕" panose="020B0503020000020004" pitchFamily="50" charset="-127"/>
                          <a:ea typeface="맑은 고딕" panose="020B0503020000020004" pitchFamily="50" charset="-127"/>
                        </a:rPr>
                        <a:t>7.6</a:t>
                      </a:r>
                    </a:p>
                  </a:txBody>
                  <a:tcPr marL="7131" marR="7131" marT="71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100" b="0" i="0" u="none" strike="noStrike">
                          <a:solidFill>
                            <a:srgbClr val="000000"/>
                          </a:solidFill>
                          <a:effectLst/>
                          <a:latin typeface="맑은 고딕" panose="020B0503020000020004" pitchFamily="50" charset="-127"/>
                          <a:ea typeface="맑은 고딕" panose="020B0503020000020004" pitchFamily="50" charset="-127"/>
                        </a:rPr>
                        <a:t>Happens too fast, overshooting waypoints, not enough cues to make turn, speeds faster than expected, turn came quickly, easy to overshoot airspeed.</a:t>
                      </a:r>
                    </a:p>
                  </a:txBody>
                  <a:tcPr marL="7131" marR="7131" marT="71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977964583"/>
                  </a:ext>
                </a:extLst>
              </a:tr>
              <a:tr h="797961">
                <a:tc vMerge="1">
                  <a:txBody>
                    <a:bodyPr/>
                    <a:lstStyle/>
                    <a:p>
                      <a:pPr latinLnBrk="1"/>
                      <a:endParaRPr lang="ko-KR" altLang="en-US"/>
                    </a:p>
                  </a:txBody>
                  <a:tcPr/>
                </a:tc>
                <a:tc vMerge="1">
                  <a:txBody>
                    <a:bodyPr/>
                    <a:lstStyle/>
                    <a:p>
                      <a:pPr latinLnBrk="1"/>
                      <a:endParaRPr lang="ko-KR" altLang="en-US"/>
                    </a:p>
                  </a:txBody>
                  <a:tcPr/>
                </a:tc>
                <a:tc>
                  <a:txBody>
                    <a:bodyPr/>
                    <a:lstStyle/>
                    <a:p>
                      <a:pPr algn="ctr" fontAlgn="ctr"/>
                      <a:r>
                        <a:rPr lang="en-US" altLang="ko-KR" sz="1100" b="0" i="0" u="none" strike="noStrike">
                          <a:solidFill>
                            <a:srgbClr val="000000"/>
                          </a:solidFill>
                          <a:effectLst/>
                          <a:latin typeface="맑은 고딕" panose="020B0503020000020004" pitchFamily="50" charset="-127"/>
                          <a:ea typeface="맑은 고딕" panose="020B0503020000020004" pitchFamily="50" charset="-127"/>
                        </a:rPr>
                        <a:t>80</a:t>
                      </a:r>
                    </a:p>
                  </a:txBody>
                  <a:tcPr marL="7131" marR="7131" marT="71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fi-FI" sz="1100" b="0" i="0" u="none" strike="noStrike">
                          <a:solidFill>
                            <a:srgbClr val="000000"/>
                          </a:solidFill>
                          <a:effectLst/>
                          <a:latin typeface="맑은 고딕" panose="020B0503020000020004" pitchFamily="50" charset="-127"/>
                          <a:ea typeface="맑은 고딕" panose="020B0503020000020004" pitchFamily="50" charset="-127"/>
                        </a:rPr>
                        <a:t>Most</a:t>
                      </a:r>
                    </a:p>
                  </a:txBody>
                  <a:tcPr marL="7131" marR="7131" marT="71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fontAlgn="ctr"/>
                      <a:r>
                        <a:rPr lang="fi-FI" sz="1100" b="0" i="0" u="none" strike="noStrike">
                          <a:solidFill>
                            <a:srgbClr val="000000"/>
                          </a:solidFill>
                          <a:effectLst/>
                          <a:latin typeface="맑은 고딕" panose="020B0503020000020004" pitchFamily="50" charset="-127"/>
                          <a:ea typeface="맑은 고딕" panose="020B0503020000020004" pitchFamily="50" charset="-127"/>
                        </a:rPr>
                        <a:t>Least</a:t>
                      </a:r>
                    </a:p>
                  </a:txBody>
                  <a:tcPr marL="7131" marR="7131" marT="71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9F8"/>
                    </a:solidFill>
                  </a:tcPr>
                </a:tc>
                <a:tc>
                  <a:txBody>
                    <a:bodyPr/>
                    <a:lstStyle/>
                    <a:p>
                      <a:pPr algn="ctr" fontAlgn="ctr"/>
                      <a:r>
                        <a:rPr lang="fi-FI" sz="1100" b="0" i="0" u="none" strike="noStrike">
                          <a:solidFill>
                            <a:srgbClr val="000000"/>
                          </a:solidFill>
                          <a:effectLst/>
                          <a:latin typeface="맑은 고딕" panose="020B0503020000020004" pitchFamily="50" charset="-127"/>
                          <a:ea typeface="맑은 고딕" panose="020B0503020000020004" pitchFamily="50" charset="-127"/>
                        </a:rPr>
                        <a:t>Comfortable</a:t>
                      </a:r>
                    </a:p>
                  </a:txBody>
                  <a:tcPr marL="7131" marR="7131" marT="71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fi-FI" sz="1100" b="0" i="0" u="none" strike="noStrike">
                          <a:solidFill>
                            <a:srgbClr val="000000"/>
                          </a:solidFill>
                          <a:effectLst/>
                          <a:latin typeface="맑은 고딕" panose="020B0503020000020004" pitchFamily="50" charset="-127"/>
                          <a:ea typeface="맑은 고딕" panose="020B0503020000020004" pitchFamily="50" charset="-127"/>
                        </a:rPr>
                        <a:t>Within Limits</a:t>
                      </a:r>
                    </a:p>
                  </a:txBody>
                  <a:tcPr marL="7131" marR="7131" marT="71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fi-FI" sz="1100" b="0" i="0" u="none" strike="noStrike">
                          <a:solidFill>
                            <a:srgbClr val="000000"/>
                          </a:solidFill>
                          <a:effectLst/>
                          <a:latin typeface="맑은 고딕" panose="020B0503020000020004" pitchFamily="50" charset="-127"/>
                          <a:ea typeface="맑은 고딕" panose="020B0503020000020004" pitchFamily="50" charset="-127"/>
                        </a:rPr>
                        <a:t>Workload/</a:t>
                      </a:r>
                      <a:br>
                        <a:rPr lang="fi-FI" sz="1100" b="0" i="0" u="none" strike="noStrike">
                          <a:solidFill>
                            <a:srgbClr val="000000"/>
                          </a:solidFill>
                          <a:effectLst/>
                          <a:latin typeface="맑은 고딕" panose="020B0503020000020004" pitchFamily="50" charset="-127"/>
                          <a:ea typeface="맑은 고딕" panose="020B0503020000020004" pitchFamily="50" charset="-127"/>
                        </a:rPr>
                      </a:br>
                      <a:r>
                        <a:rPr lang="fi-FI" sz="1100" b="0" i="0" u="none" strike="noStrike">
                          <a:solidFill>
                            <a:srgbClr val="000000"/>
                          </a:solidFill>
                          <a:effectLst/>
                          <a:latin typeface="맑은 고딕" panose="020B0503020000020004" pitchFamily="50" charset="-127"/>
                          <a:ea typeface="맑은 고딕" panose="020B0503020000020004" pitchFamily="50" charset="-127"/>
                        </a:rPr>
                        <a:t>Situational awareness</a:t>
                      </a:r>
                    </a:p>
                  </a:txBody>
                  <a:tcPr marL="7131" marR="7131" marT="71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fontAlgn="ctr"/>
                      <a:r>
                        <a:rPr lang="en-US" altLang="ko-KR" sz="1100" b="0" i="0" u="none" strike="noStrike">
                          <a:solidFill>
                            <a:srgbClr val="000000"/>
                          </a:solidFill>
                          <a:effectLst/>
                          <a:latin typeface="맑은 고딕" panose="020B0503020000020004" pitchFamily="50" charset="-127"/>
                          <a:ea typeface="맑은 고딕" panose="020B0503020000020004" pitchFamily="50" charset="-127"/>
                        </a:rPr>
                        <a:t>6.2</a:t>
                      </a:r>
                    </a:p>
                  </a:txBody>
                  <a:tcPr marL="7131" marR="7131" marT="71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100" b="0" i="0" u="none" strike="noStrike" dirty="0">
                          <a:solidFill>
                            <a:srgbClr val="000000"/>
                          </a:solidFill>
                          <a:effectLst/>
                          <a:latin typeface="맑은 고딕" panose="020B0503020000020004" pitchFamily="50" charset="-127"/>
                          <a:ea typeface="맑은 고딕" panose="020B0503020000020004" pitchFamily="50" charset="-127"/>
                        </a:rPr>
                        <a:t>Too fast, completely overshot waypoints, blew through altitude, too complicated, unable to monitor all tasks, turn exceeds aircraft performance for speed &amp; steepness combination.</a:t>
                      </a:r>
                    </a:p>
                  </a:txBody>
                  <a:tcPr marL="7131" marR="7131" marT="71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413047202"/>
                  </a:ext>
                </a:extLst>
              </a:tr>
            </a:tbl>
          </a:graphicData>
        </a:graphic>
      </p:graphicFrame>
    </p:spTree>
    <p:extLst>
      <p:ext uri="{BB962C8B-B14F-4D97-AF65-F5344CB8AC3E}">
        <p14:creationId xmlns:p14="http://schemas.microsoft.com/office/powerpoint/2010/main" val="351215714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CA16E1-5824-11C6-D55A-066FE0FAA171}"/>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83468C79-470A-71AA-12C6-9C71BB25DCF5}"/>
              </a:ext>
            </a:extLst>
          </p:cNvPr>
          <p:cNvSpPr>
            <a:spLocks noGrp="1"/>
          </p:cNvSpPr>
          <p:nvPr>
            <p:ph type="title"/>
          </p:nvPr>
        </p:nvSpPr>
        <p:spPr>
          <a:xfrm>
            <a:off x="838200" y="209607"/>
            <a:ext cx="10515600" cy="905663"/>
          </a:xfrm>
        </p:spPr>
        <p:txBody>
          <a:bodyPr>
            <a:normAutofit fontScale="90000"/>
          </a:bodyPr>
          <a:lstStyle/>
          <a:p>
            <a:r>
              <a:rPr lang="en-US" altLang="ko-KR" dirty="0"/>
              <a:t>Departure </a:t>
            </a:r>
            <a:br>
              <a:rPr lang="en-US" altLang="ko-KR" dirty="0"/>
            </a:br>
            <a:r>
              <a:rPr lang="en-US" altLang="ko-KR" dirty="0"/>
              <a:t>safety, comfort, rating </a:t>
            </a:r>
            <a:r>
              <a:rPr lang="en-US" altLang="ko-KR" dirty="0" err="1"/>
              <a:t>w.r.t.</a:t>
            </a:r>
            <a:r>
              <a:rPr lang="en-US" altLang="ko-KR" dirty="0"/>
              <a:t> speed, angle</a:t>
            </a:r>
            <a:endParaRPr lang="ko-KR" altLang="en-US" dirty="0"/>
          </a:p>
        </p:txBody>
      </p:sp>
      <p:graphicFrame>
        <p:nvGraphicFramePr>
          <p:cNvPr id="5" name="표 4">
            <a:extLst>
              <a:ext uri="{FF2B5EF4-FFF2-40B4-BE49-F238E27FC236}">
                <a16:creationId xmlns:a16="http://schemas.microsoft.com/office/drawing/2014/main" id="{47D08EE7-7C38-744F-6FBC-B2B7009BF489}"/>
              </a:ext>
            </a:extLst>
          </p:cNvPr>
          <p:cNvGraphicFramePr>
            <a:graphicFrameLocks noGrp="1"/>
          </p:cNvGraphicFramePr>
          <p:nvPr>
            <p:extLst>
              <p:ext uri="{D42A27DB-BD31-4B8C-83A1-F6EECF244321}">
                <p14:modId xmlns:p14="http://schemas.microsoft.com/office/powerpoint/2010/main" val="2491186901"/>
              </p:ext>
            </p:extLst>
          </p:nvPr>
        </p:nvGraphicFramePr>
        <p:xfrm>
          <a:off x="265545" y="1374520"/>
          <a:ext cx="11649365" cy="4670540"/>
        </p:xfrm>
        <a:graphic>
          <a:graphicData uri="http://schemas.openxmlformats.org/drawingml/2006/table">
            <a:tbl>
              <a:tblPr/>
              <a:tblGrid>
                <a:gridCol w="891722">
                  <a:extLst>
                    <a:ext uri="{9D8B030D-6E8A-4147-A177-3AD203B41FA5}">
                      <a16:colId xmlns:a16="http://schemas.microsoft.com/office/drawing/2014/main" val="2558679320"/>
                    </a:ext>
                  </a:extLst>
                </a:gridCol>
                <a:gridCol w="644022">
                  <a:extLst>
                    <a:ext uri="{9D8B030D-6E8A-4147-A177-3AD203B41FA5}">
                      <a16:colId xmlns:a16="http://schemas.microsoft.com/office/drawing/2014/main" val="1413946577"/>
                    </a:ext>
                  </a:extLst>
                </a:gridCol>
                <a:gridCol w="646499">
                  <a:extLst>
                    <a:ext uri="{9D8B030D-6E8A-4147-A177-3AD203B41FA5}">
                      <a16:colId xmlns:a16="http://schemas.microsoft.com/office/drawing/2014/main" val="4003060771"/>
                    </a:ext>
                  </a:extLst>
                </a:gridCol>
                <a:gridCol w="646499">
                  <a:extLst>
                    <a:ext uri="{9D8B030D-6E8A-4147-A177-3AD203B41FA5}">
                      <a16:colId xmlns:a16="http://schemas.microsoft.com/office/drawing/2014/main" val="3495550539"/>
                    </a:ext>
                  </a:extLst>
                </a:gridCol>
                <a:gridCol w="1256040">
                  <a:extLst>
                    <a:ext uri="{9D8B030D-6E8A-4147-A177-3AD203B41FA5}">
                      <a16:colId xmlns:a16="http://schemas.microsoft.com/office/drawing/2014/main" val="1776835931"/>
                    </a:ext>
                  </a:extLst>
                </a:gridCol>
                <a:gridCol w="1108364">
                  <a:extLst>
                    <a:ext uri="{9D8B030D-6E8A-4147-A177-3AD203B41FA5}">
                      <a16:colId xmlns:a16="http://schemas.microsoft.com/office/drawing/2014/main" val="678672052"/>
                    </a:ext>
                  </a:extLst>
                </a:gridCol>
                <a:gridCol w="1163782">
                  <a:extLst>
                    <a:ext uri="{9D8B030D-6E8A-4147-A177-3AD203B41FA5}">
                      <a16:colId xmlns:a16="http://schemas.microsoft.com/office/drawing/2014/main" val="3671863956"/>
                    </a:ext>
                  </a:extLst>
                </a:gridCol>
                <a:gridCol w="1265382">
                  <a:extLst>
                    <a:ext uri="{9D8B030D-6E8A-4147-A177-3AD203B41FA5}">
                      <a16:colId xmlns:a16="http://schemas.microsoft.com/office/drawing/2014/main" val="1381118933"/>
                    </a:ext>
                  </a:extLst>
                </a:gridCol>
                <a:gridCol w="1219200">
                  <a:extLst>
                    <a:ext uri="{9D8B030D-6E8A-4147-A177-3AD203B41FA5}">
                      <a16:colId xmlns:a16="http://schemas.microsoft.com/office/drawing/2014/main" val="677893647"/>
                    </a:ext>
                  </a:extLst>
                </a:gridCol>
                <a:gridCol w="831272">
                  <a:extLst>
                    <a:ext uri="{9D8B030D-6E8A-4147-A177-3AD203B41FA5}">
                      <a16:colId xmlns:a16="http://schemas.microsoft.com/office/drawing/2014/main" val="1639062677"/>
                    </a:ext>
                  </a:extLst>
                </a:gridCol>
                <a:gridCol w="1976583">
                  <a:extLst>
                    <a:ext uri="{9D8B030D-6E8A-4147-A177-3AD203B41FA5}">
                      <a16:colId xmlns:a16="http://schemas.microsoft.com/office/drawing/2014/main" val="187717153"/>
                    </a:ext>
                  </a:extLst>
                </a:gridCol>
              </a:tblGrid>
              <a:tr h="512478">
                <a:tc rowSpan="2">
                  <a:txBody>
                    <a:bodyPr/>
                    <a:lstStyle/>
                    <a:p>
                      <a:pPr algn="ctr" fontAlgn="ctr"/>
                      <a:r>
                        <a:rPr lang="fi-FI" sz="1200" b="1" i="0" u="none" strike="noStrike" dirty="0">
                          <a:solidFill>
                            <a:srgbClr val="000000"/>
                          </a:solidFill>
                          <a:effectLst/>
                          <a:latin typeface="맑은 고딕" panose="020B0503020000020004" pitchFamily="50" charset="-127"/>
                          <a:ea typeface="맑은 고딕" panose="020B0503020000020004" pitchFamily="50" charset="-127"/>
                        </a:rPr>
                        <a:t>Flight </a:t>
                      </a:r>
                    </a:p>
                    <a:p>
                      <a:pPr algn="ctr" fontAlgn="ctr"/>
                      <a:r>
                        <a:rPr lang="fi-FI" sz="1200" b="1" i="0" u="none" strike="noStrike" dirty="0">
                          <a:solidFill>
                            <a:srgbClr val="000000"/>
                          </a:solidFill>
                          <a:effectLst/>
                          <a:latin typeface="맑은 고딕" panose="020B0503020000020004" pitchFamily="50" charset="-127"/>
                          <a:ea typeface="맑은 고딕" panose="020B0503020000020004" pitchFamily="50" charset="-127"/>
                        </a:rPr>
                        <a:t>Phase</a:t>
                      </a:r>
                    </a:p>
                  </a:txBody>
                  <a:tcPr marL="7131" marR="7131" marT="71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gridSpan="2">
                  <a:txBody>
                    <a:bodyPr/>
                    <a:lstStyle/>
                    <a:p>
                      <a:pPr algn="ctr" fontAlgn="ctr"/>
                      <a:r>
                        <a:rPr lang="fi-FI" sz="1200" b="1" i="0" u="none" strike="noStrike">
                          <a:solidFill>
                            <a:srgbClr val="000000"/>
                          </a:solidFill>
                          <a:effectLst/>
                          <a:latin typeface="맑은 고딕" panose="020B0503020000020004" pitchFamily="50" charset="-127"/>
                          <a:ea typeface="맑은 고딕" panose="020B0503020000020004" pitchFamily="50" charset="-127"/>
                        </a:rPr>
                        <a:t>Parameter</a:t>
                      </a:r>
                    </a:p>
                  </a:txBody>
                  <a:tcPr marL="7131" marR="7131" marT="71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hMerge="1">
                  <a:txBody>
                    <a:bodyPr/>
                    <a:lstStyle/>
                    <a:p>
                      <a:pPr latinLnBrk="1"/>
                      <a:endParaRPr lang="ko-KR" altLang="en-US"/>
                    </a:p>
                  </a:txBody>
                  <a:tcPr/>
                </a:tc>
                <a:tc>
                  <a:txBody>
                    <a:bodyPr/>
                    <a:lstStyle/>
                    <a:p>
                      <a:pPr algn="ctr" fontAlgn="ctr"/>
                      <a:endParaRPr lang="fi-FI" sz="1200" b="1" i="0" u="none" strike="noStrike">
                        <a:solidFill>
                          <a:srgbClr val="000000"/>
                        </a:solidFill>
                        <a:effectLst/>
                        <a:latin typeface="맑은 고딕" panose="020B0503020000020004" pitchFamily="50" charset="-127"/>
                        <a:ea typeface="맑은 고딕" panose="020B0503020000020004" pitchFamily="50" charset="-127"/>
                      </a:endParaRPr>
                    </a:p>
                  </a:txBody>
                  <a:tcPr marL="7131" marR="7131" marT="71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gridSpan="2">
                  <a:txBody>
                    <a:bodyPr/>
                    <a:lstStyle/>
                    <a:p>
                      <a:pPr algn="ctr" fontAlgn="ctr"/>
                      <a:r>
                        <a:rPr lang="fi-FI" sz="1200" b="1" i="0" u="none" strike="noStrike">
                          <a:solidFill>
                            <a:srgbClr val="000000"/>
                          </a:solidFill>
                          <a:effectLst/>
                          <a:latin typeface="맑은 고딕" panose="020B0503020000020004" pitchFamily="50" charset="-127"/>
                          <a:ea typeface="맑은 고딕" panose="020B0503020000020004" pitchFamily="50" charset="-127"/>
                        </a:rPr>
                        <a:t>Safety</a:t>
                      </a:r>
                    </a:p>
                  </a:txBody>
                  <a:tcPr marL="7131" marR="7131" marT="71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hMerge="1">
                  <a:txBody>
                    <a:bodyPr/>
                    <a:lstStyle/>
                    <a:p>
                      <a:pPr latinLnBrk="1"/>
                      <a:endParaRPr lang="ko-KR" altLang="en-US"/>
                    </a:p>
                  </a:txBody>
                  <a:tcPr/>
                </a:tc>
                <a:tc gridSpan="2">
                  <a:txBody>
                    <a:bodyPr/>
                    <a:lstStyle/>
                    <a:p>
                      <a:pPr algn="ctr" fontAlgn="ctr"/>
                      <a:r>
                        <a:rPr lang="fi-FI" sz="1200" b="1" i="0" u="none" strike="noStrike" dirty="0">
                          <a:solidFill>
                            <a:srgbClr val="000000"/>
                          </a:solidFill>
                          <a:effectLst/>
                          <a:latin typeface="맑은 고딕" panose="020B0503020000020004" pitchFamily="50" charset="-127"/>
                          <a:ea typeface="맑은 고딕" panose="020B0503020000020004" pitchFamily="50" charset="-127"/>
                        </a:rPr>
                        <a:t>Passenger Comfort</a:t>
                      </a:r>
                    </a:p>
                  </a:txBody>
                  <a:tcPr marL="7131" marR="7131" marT="71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hMerge="1">
                  <a:txBody>
                    <a:bodyPr/>
                    <a:lstStyle/>
                    <a:p>
                      <a:pPr latinLnBrk="1"/>
                      <a:endParaRPr lang="ko-KR" altLang="en-US"/>
                    </a:p>
                  </a:txBody>
                  <a:tcPr/>
                </a:tc>
                <a:tc gridSpan="3">
                  <a:txBody>
                    <a:bodyPr/>
                    <a:lstStyle/>
                    <a:p>
                      <a:pPr algn="ctr" fontAlgn="ctr"/>
                      <a:r>
                        <a:rPr lang="fi-FI" sz="1200" b="1" i="0" u="none" strike="noStrike">
                          <a:solidFill>
                            <a:srgbClr val="000000"/>
                          </a:solidFill>
                          <a:effectLst/>
                          <a:latin typeface="맑은 고딕" panose="020B0503020000020004" pitchFamily="50" charset="-127"/>
                          <a:ea typeface="맑은 고딕" panose="020B0503020000020004" pitchFamily="50" charset="-127"/>
                        </a:rPr>
                        <a:t>Pilot Rating</a:t>
                      </a:r>
                    </a:p>
                  </a:txBody>
                  <a:tcPr marL="7131" marR="7131" marT="71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hMerge="1">
                  <a:txBody>
                    <a:bodyPr/>
                    <a:lstStyle/>
                    <a:p>
                      <a:pPr latinLnBrk="1"/>
                      <a:endParaRPr lang="ko-KR" altLang="en-US"/>
                    </a:p>
                  </a:txBody>
                  <a:tcPr/>
                </a:tc>
                <a:tc hMerge="1">
                  <a:txBody>
                    <a:bodyPr/>
                    <a:lstStyle/>
                    <a:p>
                      <a:pPr latinLnBrk="1"/>
                      <a:endParaRPr lang="ko-KR" altLang="en-US"/>
                    </a:p>
                  </a:txBody>
                  <a:tcPr/>
                </a:tc>
                <a:extLst>
                  <a:ext uri="{0D108BD9-81ED-4DB2-BD59-A6C34878D82A}">
                    <a16:rowId xmlns:a16="http://schemas.microsoft.com/office/drawing/2014/main" val="3969847846"/>
                  </a:ext>
                </a:extLst>
              </a:tr>
              <a:tr h="0">
                <a:tc vMerge="1">
                  <a:txBody>
                    <a:bodyPr/>
                    <a:lstStyle/>
                    <a:p>
                      <a:pPr latinLnBrk="1"/>
                      <a:endParaRPr lang="ko-KR" altLang="en-US"/>
                    </a:p>
                  </a:txBody>
                  <a:tcPr/>
                </a:tc>
                <a:tc>
                  <a:txBody>
                    <a:bodyPr/>
                    <a:lstStyle/>
                    <a:p>
                      <a:pPr algn="ctr" fontAlgn="ctr"/>
                      <a:r>
                        <a:rPr lang="fi-FI" sz="1200" b="0" i="0" u="none" strike="noStrike">
                          <a:solidFill>
                            <a:srgbClr val="000000"/>
                          </a:solidFill>
                          <a:effectLst/>
                          <a:latin typeface="맑은 고딕" panose="020B0503020000020004" pitchFamily="50" charset="-127"/>
                          <a:ea typeface="맑은 고딕" panose="020B0503020000020004" pitchFamily="50" charset="-127"/>
                        </a:rPr>
                        <a:t>Glidepath </a:t>
                      </a:r>
                      <a:br>
                        <a:rPr lang="fi-FI" sz="1200" b="0" i="0" u="none" strike="noStrike">
                          <a:solidFill>
                            <a:srgbClr val="000000"/>
                          </a:solidFill>
                          <a:effectLst/>
                          <a:latin typeface="맑은 고딕" panose="020B0503020000020004" pitchFamily="50" charset="-127"/>
                          <a:ea typeface="맑은 고딕" panose="020B0503020000020004" pitchFamily="50" charset="-127"/>
                        </a:rPr>
                      </a:br>
                      <a:r>
                        <a:rPr lang="fi-FI" sz="1200" b="0" i="0" u="none" strike="noStrike">
                          <a:solidFill>
                            <a:srgbClr val="000000"/>
                          </a:solidFill>
                          <a:effectLst/>
                          <a:latin typeface="맑은 고딕" panose="020B0503020000020004" pitchFamily="50" charset="-127"/>
                          <a:ea typeface="맑은 고딕" panose="020B0503020000020004" pitchFamily="50" charset="-127"/>
                        </a:rPr>
                        <a:t>angle</a:t>
                      </a:r>
                    </a:p>
                  </a:txBody>
                  <a:tcPr marL="7131" marR="7131" marT="71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fi-FI" sz="1200" b="0" i="0" u="none" strike="noStrike" dirty="0">
                          <a:solidFill>
                            <a:srgbClr val="000000"/>
                          </a:solidFill>
                          <a:effectLst/>
                          <a:latin typeface="맑은 고딕" panose="020B0503020000020004" pitchFamily="50" charset="-127"/>
                          <a:ea typeface="맑은 고딕" panose="020B0503020000020004" pitchFamily="50" charset="-127"/>
                        </a:rPr>
                        <a:t>max. </a:t>
                      </a:r>
                      <a:br>
                        <a:rPr lang="fi-FI" sz="1200" b="0" i="0" u="none" strike="noStrike" dirty="0">
                          <a:solidFill>
                            <a:srgbClr val="000000"/>
                          </a:solidFill>
                          <a:effectLst/>
                          <a:latin typeface="맑은 고딕" panose="020B0503020000020004" pitchFamily="50" charset="-127"/>
                          <a:ea typeface="맑은 고딕" panose="020B0503020000020004" pitchFamily="50" charset="-127"/>
                        </a:rPr>
                      </a:br>
                      <a:r>
                        <a:rPr lang="fi-FI" sz="1200" b="0" i="0" u="none" strike="noStrike" dirty="0">
                          <a:solidFill>
                            <a:srgbClr val="000000"/>
                          </a:solidFill>
                          <a:effectLst/>
                          <a:latin typeface="맑은 고딕" panose="020B0503020000020004" pitchFamily="50" charset="-127"/>
                          <a:ea typeface="맑은 고딕" panose="020B0503020000020004" pitchFamily="50" charset="-127"/>
                        </a:rPr>
                        <a:t>speed </a:t>
                      </a:r>
                    </a:p>
                    <a:p>
                      <a:pPr algn="ctr" fontAlgn="ctr"/>
                      <a:r>
                        <a:rPr lang="fi-FI" sz="1200" b="0" i="0" u="none" strike="noStrike" dirty="0">
                          <a:solidFill>
                            <a:srgbClr val="000000"/>
                          </a:solidFill>
                          <a:effectLst/>
                          <a:latin typeface="맑은 고딕" panose="020B0503020000020004" pitchFamily="50" charset="-127"/>
                          <a:ea typeface="맑은 고딕" panose="020B0503020000020004" pitchFamily="50" charset="-127"/>
                        </a:rPr>
                        <a:t>(kts)</a:t>
                      </a:r>
                    </a:p>
                  </a:txBody>
                  <a:tcPr marL="7131" marR="7131" marT="71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endParaRPr lang="fi-FI" sz="1200" b="0" i="0" u="none" strike="noStrike" dirty="0">
                        <a:solidFill>
                          <a:srgbClr val="000000"/>
                        </a:solidFill>
                        <a:effectLst/>
                        <a:latin typeface="맑은 고딕" panose="020B0503020000020004" pitchFamily="50" charset="-127"/>
                        <a:ea typeface="맑은 고딕" panose="020B0503020000020004" pitchFamily="50" charset="-127"/>
                      </a:endParaRPr>
                    </a:p>
                  </a:txBody>
                  <a:tcPr marL="7131" marR="7131" marT="71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fi-FI" sz="1200" b="0" i="0" u="none" strike="noStrike" dirty="0">
                          <a:solidFill>
                            <a:srgbClr val="000000"/>
                          </a:solidFill>
                          <a:effectLst/>
                          <a:latin typeface="맑은 고딕" panose="020B0503020000020004" pitchFamily="50" charset="-127"/>
                          <a:ea typeface="맑은 고딕" panose="020B0503020000020004" pitchFamily="50" charset="-127"/>
                        </a:rPr>
                        <a:t>Vertical </a:t>
                      </a:r>
                    </a:p>
                    <a:p>
                      <a:pPr algn="ctr" fontAlgn="ctr"/>
                      <a:r>
                        <a:rPr lang="fi-FI" sz="1200" b="0" i="0" u="none" strike="noStrike" dirty="0">
                          <a:solidFill>
                            <a:srgbClr val="000000"/>
                          </a:solidFill>
                          <a:effectLst/>
                          <a:latin typeface="맑은 고딕" panose="020B0503020000020004" pitchFamily="50" charset="-127"/>
                          <a:ea typeface="맑은 고딕" panose="020B0503020000020004" pitchFamily="50" charset="-127"/>
                        </a:rPr>
                        <a:t>deviation</a:t>
                      </a:r>
                    </a:p>
                  </a:txBody>
                  <a:tcPr marL="7131" marR="7131" marT="71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fi-FI" sz="1200" b="0" i="0" u="none" strike="noStrike" dirty="0">
                          <a:solidFill>
                            <a:srgbClr val="000000"/>
                          </a:solidFill>
                          <a:effectLst/>
                          <a:latin typeface="맑은 고딕" panose="020B0503020000020004" pitchFamily="50" charset="-127"/>
                          <a:ea typeface="맑은 고딕" panose="020B0503020000020004" pitchFamily="50" charset="-127"/>
                        </a:rPr>
                        <a:t>Lateral </a:t>
                      </a:r>
                    </a:p>
                    <a:p>
                      <a:pPr algn="ctr" fontAlgn="ctr"/>
                      <a:r>
                        <a:rPr lang="fi-FI" sz="1200" b="0" i="0" u="none" strike="noStrike" dirty="0">
                          <a:solidFill>
                            <a:srgbClr val="000000"/>
                          </a:solidFill>
                          <a:effectLst/>
                          <a:latin typeface="맑은 고딕" panose="020B0503020000020004" pitchFamily="50" charset="-127"/>
                          <a:ea typeface="맑은 고딕" panose="020B0503020000020004" pitchFamily="50" charset="-127"/>
                        </a:rPr>
                        <a:t>deviation</a:t>
                      </a:r>
                    </a:p>
                  </a:txBody>
                  <a:tcPr marL="7131" marR="7131" marT="71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fi-FI" sz="1200" b="0" i="0" u="none" strike="noStrike" dirty="0">
                          <a:solidFill>
                            <a:srgbClr val="000000"/>
                          </a:solidFill>
                          <a:effectLst/>
                          <a:latin typeface="맑은 고딕" panose="020B0503020000020004" pitchFamily="50" charset="-127"/>
                          <a:ea typeface="맑은 고딕" panose="020B0503020000020004" pitchFamily="50" charset="-127"/>
                        </a:rPr>
                        <a:t>Linear acceleration </a:t>
                      </a:r>
                    </a:p>
                    <a:p>
                      <a:pPr algn="ctr" fontAlgn="ctr"/>
                      <a:r>
                        <a:rPr lang="fi-FI" sz="1200" b="0" i="0" u="none" strike="noStrike" dirty="0">
                          <a:solidFill>
                            <a:srgbClr val="000000"/>
                          </a:solidFill>
                          <a:effectLst/>
                          <a:latin typeface="맑은 고딕" panose="020B0503020000020004" pitchFamily="50" charset="-127"/>
                          <a:ea typeface="맑은 고딕" panose="020B0503020000020004" pitchFamily="50" charset="-127"/>
                        </a:rPr>
                        <a:t>jerk rate </a:t>
                      </a:r>
                    </a:p>
                  </a:txBody>
                  <a:tcPr marL="7131" marR="7131" marT="71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fi-FI" sz="1200" b="0" i="0" u="none" strike="noStrike" dirty="0">
                          <a:solidFill>
                            <a:srgbClr val="000000"/>
                          </a:solidFill>
                          <a:effectLst/>
                          <a:latin typeface="맑은 고딕" panose="020B0503020000020004" pitchFamily="50" charset="-127"/>
                          <a:ea typeface="맑은 고딕" panose="020B0503020000020004" pitchFamily="50" charset="-127"/>
                        </a:rPr>
                        <a:t>Rotational </a:t>
                      </a:r>
                    </a:p>
                    <a:p>
                      <a:pPr algn="ctr" fontAlgn="ctr"/>
                      <a:r>
                        <a:rPr lang="fi-FI" sz="1200" b="0" i="0" u="none" strike="noStrike" dirty="0">
                          <a:solidFill>
                            <a:srgbClr val="000000"/>
                          </a:solidFill>
                          <a:effectLst/>
                          <a:latin typeface="맑은 고딕" panose="020B0503020000020004" pitchFamily="50" charset="-127"/>
                          <a:ea typeface="맑은 고딕" panose="020B0503020000020004" pitchFamily="50" charset="-127"/>
                        </a:rPr>
                        <a:t>Acceleration</a:t>
                      </a:r>
                    </a:p>
                  </a:txBody>
                  <a:tcPr marL="7131" marR="7131" marT="71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gridSpan="2">
                  <a:txBody>
                    <a:bodyPr/>
                    <a:lstStyle/>
                    <a:p>
                      <a:pPr algn="ctr" fontAlgn="ctr"/>
                      <a:r>
                        <a:rPr lang="fi-FI" sz="1200" b="0" i="0" u="none" strike="noStrike">
                          <a:solidFill>
                            <a:srgbClr val="000000"/>
                          </a:solidFill>
                          <a:effectLst/>
                          <a:latin typeface="맑은 고딕" panose="020B0503020000020004" pitchFamily="50" charset="-127"/>
                          <a:ea typeface="맑은 고딕" panose="020B0503020000020004" pitchFamily="50" charset="-127"/>
                        </a:rPr>
                        <a:t>Rating</a:t>
                      </a:r>
                    </a:p>
                  </a:txBody>
                  <a:tcPr marL="7131" marR="7131" marT="71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hMerge="1">
                  <a:txBody>
                    <a:bodyPr/>
                    <a:lstStyle/>
                    <a:p>
                      <a:pPr latinLnBrk="1"/>
                      <a:endParaRPr lang="ko-KR" altLang="en-US"/>
                    </a:p>
                  </a:txBody>
                  <a:tcPr/>
                </a:tc>
                <a:tc>
                  <a:txBody>
                    <a:bodyPr/>
                    <a:lstStyle/>
                    <a:p>
                      <a:pPr algn="ctr" fontAlgn="ctr"/>
                      <a:r>
                        <a:rPr lang="fi-FI" sz="1200" b="0" i="0" u="none" strike="noStrike">
                          <a:solidFill>
                            <a:srgbClr val="000000"/>
                          </a:solidFill>
                          <a:effectLst/>
                          <a:latin typeface="맑은 고딕" panose="020B0503020000020004" pitchFamily="50" charset="-127"/>
                          <a:ea typeface="맑은 고딕" panose="020B0503020000020004" pitchFamily="50" charset="-127"/>
                        </a:rPr>
                        <a:t>Pilot Comments</a:t>
                      </a:r>
                    </a:p>
                  </a:txBody>
                  <a:tcPr marL="7131" marR="7131" marT="71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72386416"/>
                  </a:ext>
                </a:extLst>
              </a:tr>
              <a:tr h="677870">
                <a:tc rowSpan="6">
                  <a:txBody>
                    <a:bodyPr/>
                    <a:lstStyle/>
                    <a:p>
                      <a:pPr algn="ctr" fontAlgn="ctr"/>
                      <a:r>
                        <a:rPr lang="fi-FI" sz="1200" b="0" i="0" u="none" strike="noStrike" dirty="0">
                          <a:solidFill>
                            <a:srgbClr val="000000"/>
                          </a:solidFill>
                          <a:effectLst/>
                          <a:latin typeface="맑은 고딕" panose="020B0503020000020004" pitchFamily="50" charset="-127"/>
                          <a:ea typeface="맑은 고딕" panose="020B0503020000020004" pitchFamily="50" charset="-127"/>
                        </a:rPr>
                        <a:t>Final </a:t>
                      </a:r>
                    </a:p>
                    <a:p>
                      <a:pPr algn="ctr" fontAlgn="ctr"/>
                      <a:r>
                        <a:rPr lang="fi-FI" sz="1200" b="0" i="0" u="none" strike="noStrike" dirty="0">
                          <a:solidFill>
                            <a:srgbClr val="000000"/>
                          </a:solidFill>
                          <a:effectLst/>
                          <a:latin typeface="맑은 고딕" panose="020B0503020000020004" pitchFamily="50" charset="-127"/>
                          <a:ea typeface="맑은 고딕" panose="020B0503020000020004" pitchFamily="50" charset="-127"/>
                        </a:rPr>
                        <a:t>approach</a:t>
                      </a:r>
                    </a:p>
                  </a:txBody>
                  <a:tcPr marL="7131" marR="7131" marT="71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rowSpan="2">
                  <a:txBody>
                    <a:bodyPr/>
                    <a:lstStyle/>
                    <a:p>
                      <a:pPr algn="ctr" fontAlgn="ctr"/>
                      <a:r>
                        <a:rPr lang="en-US" altLang="ko-KR" sz="1200" b="0" i="0" u="none" strike="noStrike">
                          <a:solidFill>
                            <a:srgbClr val="000000"/>
                          </a:solidFill>
                          <a:effectLst/>
                          <a:latin typeface="맑은 고딕" panose="020B0503020000020004" pitchFamily="50" charset="-127"/>
                          <a:ea typeface="맑은 고딕" panose="020B0503020000020004" pitchFamily="50" charset="-127"/>
                        </a:rPr>
                        <a:t>5</a:t>
                      </a:r>
                    </a:p>
                  </a:txBody>
                  <a:tcPr marL="7131" marR="7131" marT="71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rowSpan="2">
                  <a:txBody>
                    <a:bodyPr/>
                    <a:lstStyle/>
                    <a:p>
                      <a:pPr algn="ctr" fontAlgn="ctr"/>
                      <a:r>
                        <a:rPr lang="en-US" altLang="ko-KR" sz="1200" b="0" i="0" u="none" strike="noStrike" dirty="0">
                          <a:solidFill>
                            <a:srgbClr val="000000"/>
                          </a:solidFill>
                          <a:effectLst/>
                          <a:latin typeface="맑은 고딕" panose="020B0503020000020004" pitchFamily="50" charset="-127"/>
                          <a:ea typeface="맑은 고딕" panose="020B0503020000020004" pitchFamily="50" charset="-127"/>
                        </a:rPr>
                        <a:t>80</a:t>
                      </a:r>
                    </a:p>
                  </a:txBody>
                  <a:tcPr marL="7131" marR="7131" marT="71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altLang="ko-KR" sz="1200" b="0" i="0" u="none" strike="noStrike">
                          <a:solidFill>
                            <a:srgbClr val="000000"/>
                          </a:solidFill>
                          <a:effectLst/>
                          <a:latin typeface="맑은 고딕" panose="020B0503020000020004" pitchFamily="50" charset="-127"/>
                          <a:ea typeface="맑은 고딕" panose="020B0503020000020004" pitchFamily="50" charset="-127"/>
                        </a:rPr>
                        <a:t>FAF decel</a:t>
                      </a:r>
                      <a:endParaRPr lang="en-US" altLang="ko-KR" sz="1200" b="0" i="0" u="none" strike="noStrike" dirty="0">
                        <a:solidFill>
                          <a:srgbClr val="000000"/>
                        </a:solidFill>
                        <a:effectLst/>
                        <a:latin typeface="맑은 고딕" panose="020B0503020000020004" pitchFamily="50" charset="-127"/>
                        <a:ea typeface="맑은 고딕" panose="020B0503020000020004" pitchFamily="50" charset="-127"/>
                      </a:endParaRPr>
                    </a:p>
                  </a:txBody>
                  <a:tcPr marL="7131" marR="7131" marT="71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fi-FI" sz="1200" b="0" i="0" u="none" strike="noStrike">
                          <a:solidFill>
                            <a:srgbClr val="000000"/>
                          </a:solidFill>
                          <a:effectLst/>
                          <a:latin typeface="맑은 고딕" panose="020B0503020000020004" pitchFamily="50" charset="-127"/>
                          <a:ea typeface="맑은 고딕" panose="020B0503020000020004" pitchFamily="50" charset="-127"/>
                        </a:rPr>
                        <a:t>Moderate</a:t>
                      </a:r>
                    </a:p>
                  </a:txBody>
                  <a:tcPr marL="7131" marR="7131" marT="71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fi-FI" sz="1200" b="0" i="0" u="none" strike="noStrike" dirty="0">
                          <a:solidFill>
                            <a:srgbClr val="000000"/>
                          </a:solidFill>
                          <a:effectLst/>
                          <a:latin typeface="맑은 고딕" panose="020B0503020000020004" pitchFamily="50" charset="-127"/>
                          <a:ea typeface="맑은 고딕" panose="020B0503020000020004" pitchFamily="50" charset="-127"/>
                        </a:rPr>
                        <a:t>Moderate</a:t>
                      </a:r>
                    </a:p>
                  </a:txBody>
                  <a:tcPr marL="7131" marR="7131" marT="71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fi-FI" sz="1200" b="0" i="0" u="none" strike="noStrike" dirty="0">
                          <a:solidFill>
                            <a:srgbClr val="000000"/>
                          </a:solidFill>
                          <a:effectLst/>
                          <a:latin typeface="맑은 고딕" panose="020B0503020000020004" pitchFamily="50" charset="-127"/>
                          <a:ea typeface="맑은 고딕" panose="020B0503020000020004" pitchFamily="50" charset="-127"/>
                        </a:rPr>
                        <a:t>Comfortable</a:t>
                      </a:r>
                    </a:p>
                  </a:txBody>
                  <a:tcPr marL="7131" marR="7131" marT="71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fi-FI" sz="1200" b="0" i="0" u="none" strike="noStrike">
                          <a:solidFill>
                            <a:srgbClr val="000000"/>
                          </a:solidFill>
                          <a:effectLst/>
                          <a:latin typeface="맑은 고딕" panose="020B0503020000020004" pitchFamily="50" charset="-127"/>
                          <a:ea typeface="맑은 고딕" panose="020B0503020000020004" pitchFamily="50" charset="-127"/>
                        </a:rPr>
                        <a:t>Within Limits</a:t>
                      </a:r>
                    </a:p>
                  </a:txBody>
                  <a:tcPr marL="7131" marR="7131" marT="71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fi-FI" sz="1200" b="0" i="0" u="none" strike="noStrike">
                          <a:solidFill>
                            <a:srgbClr val="000000"/>
                          </a:solidFill>
                          <a:effectLst/>
                          <a:latin typeface="맑은 고딕" panose="020B0503020000020004" pitchFamily="50" charset="-127"/>
                          <a:ea typeface="맑은 고딕" panose="020B0503020000020004" pitchFamily="50" charset="-127"/>
                        </a:rPr>
                        <a:t>Workload/Situational awareness</a:t>
                      </a:r>
                    </a:p>
                  </a:txBody>
                  <a:tcPr marL="7131" marR="7131" marT="71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l" fontAlgn="ctr"/>
                      <a:r>
                        <a:rPr lang="ko-KR" altLang="en-US" sz="1200" b="0" i="0" u="none" strike="noStrike" dirty="0">
                          <a:solidFill>
                            <a:srgbClr val="000000"/>
                          </a:solidFill>
                          <a:effectLst/>
                          <a:latin typeface="맑은 고딕" panose="020B0503020000020004" pitchFamily="50" charset="-127"/>
                          <a:ea typeface="맑은 고딕" panose="020B0503020000020004" pitchFamily="50" charset="-127"/>
                        </a:rPr>
                        <a:t>　</a:t>
                      </a:r>
                    </a:p>
                  </a:txBody>
                  <a:tcPr marL="7131" marR="7131" marT="71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ko-KR" altLang="en-US" sz="1200" b="0" i="0" u="none" strike="noStrike">
                          <a:solidFill>
                            <a:srgbClr val="000000"/>
                          </a:solidFill>
                          <a:effectLst/>
                          <a:latin typeface="맑은 고딕" panose="020B0503020000020004" pitchFamily="50" charset="-127"/>
                          <a:ea typeface="맑은 고딕" panose="020B0503020000020004" pitchFamily="50" charset="-127"/>
                        </a:rPr>
                        <a:t>　</a:t>
                      </a:r>
                    </a:p>
                  </a:txBody>
                  <a:tcPr marL="7131" marR="7131" marT="71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502390239"/>
                  </a:ext>
                </a:extLst>
              </a:tr>
              <a:tr h="677870">
                <a:tc vMerge="1">
                  <a:txBody>
                    <a:bodyPr/>
                    <a:lstStyle/>
                    <a:p>
                      <a:pPr latinLnBrk="1"/>
                      <a:endParaRPr lang="ko-KR" altLang="en-US"/>
                    </a:p>
                  </a:txBody>
                  <a:tcPr/>
                </a:tc>
                <a:tc vMerge="1">
                  <a:txBody>
                    <a:bodyPr/>
                    <a:lstStyle/>
                    <a:p>
                      <a:pPr latinLnBrk="1"/>
                      <a:endParaRPr lang="ko-KR" altLang="en-US"/>
                    </a:p>
                  </a:txBody>
                  <a:tcPr/>
                </a:tc>
                <a:tc vMerge="1">
                  <a:txBody>
                    <a:bodyPr/>
                    <a:lstStyle/>
                    <a:p>
                      <a:pPr latinLnBrk="1"/>
                      <a:endParaRPr lang="ko-KR" altLang="en-US"/>
                    </a:p>
                  </a:txBody>
                  <a:tcPr/>
                </a:tc>
                <a:tc>
                  <a:txBody>
                    <a:bodyPr/>
                    <a:lstStyle/>
                    <a:p>
                      <a:pPr algn="ctr" fontAlgn="ctr"/>
                      <a:r>
                        <a:rPr lang="en-US" altLang="ko-KR" sz="1200" b="0" i="0" u="none" strike="noStrike" dirty="0">
                          <a:solidFill>
                            <a:srgbClr val="000000"/>
                          </a:solidFill>
                          <a:effectLst/>
                          <a:latin typeface="맑은 고딕" panose="020B0503020000020004" pitchFamily="50" charset="-127"/>
                          <a:ea typeface="맑은 고딕" panose="020B0503020000020004" pitchFamily="50" charset="-127"/>
                        </a:rPr>
                        <a:t>Delayed </a:t>
                      </a:r>
                      <a:r>
                        <a:rPr lang="en-US" altLang="ko-KR" sz="1200" b="0" i="0" u="none" strike="noStrike" dirty="0" err="1">
                          <a:solidFill>
                            <a:srgbClr val="000000"/>
                          </a:solidFill>
                          <a:effectLst/>
                          <a:latin typeface="맑은 고딕" panose="020B0503020000020004" pitchFamily="50" charset="-127"/>
                          <a:ea typeface="맑은 고딕" panose="020B0503020000020004" pitchFamily="50" charset="-127"/>
                        </a:rPr>
                        <a:t>decel</a:t>
                      </a:r>
                      <a:endParaRPr lang="en-US" altLang="ko-KR" sz="1200" b="0" i="0" u="none" strike="noStrike" dirty="0">
                        <a:solidFill>
                          <a:srgbClr val="000000"/>
                        </a:solidFill>
                        <a:effectLst/>
                        <a:latin typeface="맑은 고딕" panose="020B0503020000020004" pitchFamily="50" charset="-127"/>
                        <a:ea typeface="맑은 고딕" panose="020B0503020000020004" pitchFamily="50" charset="-127"/>
                      </a:endParaRPr>
                    </a:p>
                  </a:txBody>
                  <a:tcPr marL="7131" marR="7131" marT="71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latinLnBrk="1"/>
                      <a:r>
                        <a:rPr lang="fi-FI" sz="1200" b="0" i="0" u="none" strike="noStrike">
                          <a:solidFill>
                            <a:srgbClr val="000000"/>
                          </a:solidFill>
                          <a:effectLst/>
                          <a:latin typeface="맑은 고딕" panose="020B0503020000020004" pitchFamily="50" charset="-127"/>
                          <a:ea typeface="맑은 고딕" panose="020B0503020000020004" pitchFamily="50" charset="-127"/>
                        </a:rPr>
                        <a:t>Least deviation</a:t>
                      </a:r>
                      <a:endParaRPr lang="ko-KR" altLang="en-US"/>
                    </a:p>
                  </a:txBody>
                  <a:tcPr marL="7131" marR="7131" marT="71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9F8"/>
                    </a:solidFill>
                  </a:tcPr>
                </a:tc>
                <a:tc>
                  <a:txBody>
                    <a:bodyPr/>
                    <a:lstStyle/>
                    <a:p>
                      <a:pPr latinLnBrk="1"/>
                      <a:r>
                        <a:rPr lang="fi-FI" sz="1200" b="0" i="0" u="none" strike="noStrike">
                          <a:solidFill>
                            <a:srgbClr val="000000"/>
                          </a:solidFill>
                          <a:effectLst/>
                          <a:latin typeface="맑은 고딕" panose="020B0503020000020004" pitchFamily="50" charset="-127"/>
                          <a:ea typeface="맑은 고딕" panose="020B0503020000020004" pitchFamily="50" charset="-127"/>
                        </a:rPr>
                        <a:t>Least deviation</a:t>
                      </a:r>
                      <a:endParaRPr lang="ko-KR" altLang="en-US"/>
                    </a:p>
                  </a:txBody>
                  <a:tcPr marL="7131" marR="7131" marT="71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9F8"/>
                    </a:solidFill>
                  </a:tcPr>
                </a:tc>
                <a:tc>
                  <a:txBody>
                    <a:bodyPr/>
                    <a:lstStyle/>
                    <a:p>
                      <a:pPr algn="l" fontAlgn="ctr"/>
                      <a:r>
                        <a:rPr lang="fi-FI" sz="1200" b="0" i="0" u="none" strike="noStrike">
                          <a:solidFill>
                            <a:srgbClr val="000000"/>
                          </a:solidFill>
                          <a:effectLst/>
                          <a:latin typeface="맑은 고딕" panose="020B0503020000020004" pitchFamily="50" charset="-127"/>
                          <a:ea typeface="맑은 고딕" panose="020B0503020000020004" pitchFamily="50" charset="-127"/>
                        </a:rPr>
                        <a:t>Most </a:t>
                      </a:r>
                    </a:p>
                    <a:p>
                      <a:pPr algn="l" fontAlgn="ctr"/>
                      <a:r>
                        <a:rPr lang="fi-FI" sz="1200" b="0" i="0" u="none" strike="noStrike">
                          <a:solidFill>
                            <a:srgbClr val="000000"/>
                          </a:solidFill>
                          <a:effectLst/>
                          <a:latin typeface="맑은 고딕" panose="020B0503020000020004" pitchFamily="50" charset="-127"/>
                          <a:ea typeface="맑은 고딕" panose="020B0503020000020004" pitchFamily="50" charset="-127"/>
                        </a:rPr>
                        <a:t>comfortable</a:t>
                      </a:r>
                      <a:endParaRPr lang="ko-KR" altLang="en-US"/>
                    </a:p>
                  </a:txBody>
                  <a:tcPr marL="7131" marR="7131" marT="71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9F8"/>
                    </a:solidFill>
                  </a:tcPr>
                </a:tc>
                <a:tc>
                  <a:txBody>
                    <a:bodyPr/>
                    <a:lstStyle/>
                    <a:p>
                      <a:pPr latinLnBrk="1"/>
                      <a:r>
                        <a:rPr lang="fi-FI" sz="1200" b="0" i="0" u="none" strike="noStrike">
                          <a:solidFill>
                            <a:srgbClr val="000000"/>
                          </a:solidFill>
                          <a:effectLst/>
                          <a:latin typeface="맑은 고딕" panose="020B0503020000020004" pitchFamily="50" charset="-127"/>
                          <a:ea typeface="맑은 고딕" panose="020B0503020000020004" pitchFamily="50" charset="-127"/>
                        </a:rPr>
                        <a:t>Most comfortable</a:t>
                      </a:r>
                      <a:endParaRPr lang="ko-KR" altLang="en-US"/>
                    </a:p>
                  </a:txBody>
                  <a:tcPr marL="7131" marR="7131" marT="71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9F8"/>
                    </a:solidFill>
                  </a:tcPr>
                </a:tc>
                <a:tc>
                  <a:txBody>
                    <a:bodyPr/>
                    <a:lstStyle/>
                    <a:p>
                      <a:pPr latinLnBrk="1"/>
                      <a:r>
                        <a:rPr lang="fi-FI" sz="1200" b="0" i="0" u="none" strike="noStrike">
                          <a:solidFill>
                            <a:srgbClr val="000000"/>
                          </a:solidFill>
                          <a:effectLst/>
                          <a:latin typeface="맑은 고딕" panose="020B0503020000020004" pitchFamily="50" charset="-127"/>
                          <a:ea typeface="맑은 고딕" panose="020B0503020000020004" pitchFamily="50" charset="-127"/>
                        </a:rPr>
                        <a:t>Highest rating</a:t>
                      </a:r>
                      <a:endParaRPr lang="ko-KR" altLang="en-US"/>
                    </a:p>
                  </a:txBody>
                  <a:tcPr marL="7131" marR="7131" marT="71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9F8"/>
                    </a:solidFill>
                  </a:tcPr>
                </a:tc>
                <a:tc>
                  <a:txBody>
                    <a:bodyPr/>
                    <a:lstStyle/>
                    <a:p>
                      <a:pPr latinLnBrk="1"/>
                      <a:r>
                        <a:rPr lang="ko-KR" altLang="en-US" sz="1200" b="0" i="0" u="none" strike="noStrike">
                          <a:solidFill>
                            <a:srgbClr val="000000"/>
                          </a:solidFill>
                          <a:effectLst/>
                          <a:latin typeface="맑은 고딕" panose="020B0503020000020004" pitchFamily="50" charset="-127"/>
                          <a:ea typeface="맑은 고딕" panose="020B0503020000020004" pitchFamily="50" charset="-127"/>
                        </a:rPr>
                        <a:t>　</a:t>
                      </a:r>
                      <a:endParaRPr lang="ko-KR" altLang="en-US"/>
                    </a:p>
                  </a:txBody>
                  <a:tcPr marL="7131" marR="7131" marT="71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latinLnBrk="1"/>
                      <a:r>
                        <a:rPr lang="ko-KR" altLang="en-US" sz="1200" b="0" i="0" u="none" strike="noStrike" dirty="0">
                          <a:solidFill>
                            <a:srgbClr val="000000"/>
                          </a:solidFill>
                          <a:effectLst/>
                          <a:latin typeface="맑은 고딕" panose="020B0503020000020004" pitchFamily="50" charset="-127"/>
                          <a:ea typeface="맑은 고딕" panose="020B0503020000020004" pitchFamily="50" charset="-127"/>
                        </a:rPr>
                        <a:t>　</a:t>
                      </a:r>
                      <a:endParaRPr lang="ko-KR" altLang="en-US" dirty="0"/>
                    </a:p>
                  </a:txBody>
                  <a:tcPr marL="7131" marR="7131" marT="71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310943654"/>
                  </a:ext>
                </a:extLst>
              </a:tr>
              <a:tr h="512478">
                <a:tc vMerge="1">
                  <a:txBody>
                    <a:bodyPr/>
                    <a:lstStyle/>
                    <a:p>
                      <a:pPr latinLnBrk="1"/>
                      <a:endParaRPr lang="ko-KR" altLang="en-US"/>
                    </a:p>
                  </a:txBody>
                  <a:tcPr>
                    <a:lnT w="6350" cap="flat" cmpd="sng" algn="ctr">
                      <a:solidFill>
                        <a:srgbClr val="000000"/>
                      </a:solidFill>
                      <a:prstDash val="solid"/>
                      <a:round/>
                      <a:headEnd type="none" w="med" len="med"/>
                      <a:tailEnd type="none" w="med" len="med"/>
                    </a:lnT>
                  </a:tcPr>
                </a:tc>
                <a:tc rowSpan="2">
                  <a:txBody>
                    <a:bodyPr/>
                    <a:lstStyle/>
                    <a:p>
                      <a:pPr algn="ctr" fontAlgn="ctr"/>
                      <a:r>
                        <a:rPr lang="en-US" altLang="ko-KR" sz="1200" b="0" i="0" u="none" strike="noStrike">
                          <a:solidFill>
                            <a:srgbClr val="000000"/>
                          </a:solidFill>
                          <a:effectLst/>
                          <a:latin typeface="맑은 고딕" panose="020B0503020000020004" pitchFamily="50" charset="-127"/>
                          <a:ea typeface="맑은 고딕" panose="020B0503020000020004" pitchFamily="50" charset="-127"/>
                        </a:rPr>
                        <a:t>8</a:t>
                      </a:r>
                    </a:p>
                  </a:txBody>
                  <a:tcPr marL="7131" marR="7131" marT="7131" marB="0" anchor="ctr">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rowSpan="2">
                  <a:txBody>
                    <a:bodyPr/>
                    <a:lstStyle/>
                    <a:p>
                      <a:pPr algn="ctr" fontAlgn="ctr"/>
                      <a:r>
                        <a:rPr lang="en-US" altLang="ko-KR" sz="1200" b="0" i="0" u="none" strike="noStrike" dirty="0">
                          <a:solidFill>
                            <a:srgbClr val="000000"/>
                          </a:solidFill>
                          <a:effectLst/>
                          <a:latin typeface="맑은 고딕" panose="020B0503020000020004" pitchFamily="50" charset="-127"/>
                          <a:ea typeface="맑은 고딕" panose="020B0503020000020004" pitchFamily="50" charset="-127"/>
                        </a:rPr>
                        <a:t>60</a:t>
                      </a:r>
                    </a:p>
                  </a:txBody>
                  <a:tcPr marL="7131" marR="7131" marT="71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altLang="ko-KR" sz="1200" b="0" i="0" u="none" strike="noStrike" dirty="0">
                          <a:solidFill>
                            <a:srgbClr val="000000"/>
                          </a:solidFill>
                          <a:effectLst/>
                          <a:latin typeface="맑은 고딕" panose="020B0503020000020004" pitchFamily="50" charset="-127"/>
                          <a:ea typeface="맑은 고딕" panose="020B0503020000020004" pitchFamily="50" charset="-127"/>
                        </a:rPr>
                        <a:t>FAF </a:t>
                      </a:r>
                      <a:r>
                        <a:rPr lang="en-US" altLang="ko-KR" sz="1200" b="0" i="0" u="none" strike="noStrike" dirty="0" err="1">
                          <a:solidFill>
                            <a:srgbClr val="000000"/>
                          </a:solidFill>
                          <a:effectLst/>
                          <a:latin typeface="맑은 고딕" panose="020B0503020000020004" pitchFamily="50" charset="-127"/>
                          <a:ea typeface="맑은 고딕" panose="020B0503020000020004" pitchFamily="50" charset="-127"/>
                        </a:rPr>
                        <a:t>decel</a:t>
                      </a:r>
                      <a:endParaRPr lang="en-US" altLang="ko-KR" sz="1200" b="0" i="0" u="none" strike="noStrike" dirty="0">
                        <a:solidFill>
                          <a:srgbClr val="000000"/>
                        </a:solidFill>
                        <a:effectLst/>
                        <a:latin typeface="맑은 고딕" panose="020B0503020000020004" pitchFamily="50" charset="-127"/>
                        <a:ea typeface="맑은 고딕" panose="020B0503020000020004" pitchFamily="50" charset="-127"/>
                      </a:endParaRPr>
                    </a:p>
                  </a:txBody>
                  <a:tcPr marL="7131" marR="7131" marT="71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fi-FI" sz="1200" b="0" i="0" u="none" strike="noStrike">
                          <a:solidFill>
                            <a:srgbClr val="000000"/>
                          </a:solidFill>
                          <a:effectLst/>
                          <a:latin typeface="맑은 고딕" panose="020B0503020000020004" pitchFamily="50" charset="-127"/>
                          <a:ea typeface="맑은 고딕" panose="020B0503020000020004" pitchFamily="50" charset="-127"/>
                        </a:rPr>
                        <a:t>Least deviation</a:t>
                      </a:r>
                    </a:p>
                  </a:txBody>
                  <a:tcPr marL="7131" marR="7131" marT="71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9F8"/>
                    </a:solidFill>
                  </a:tcPr>
                </a:tc>
                <a:tc>
                  <a:txBody>
                    <a:bodyPr/>
                    <a:lstStyle/>
                    <a:p>
                      <a:pPr algn="l" fontAlgn="ctr"/>
                      <a:r>
                        <a:rPr lang="fi-FI" sz="1200" b="0" i="0" u="none" strike="noStrike">
                          <a:solidFill>
                            <a:srgbClr val="000000"/>
                          </a:solidFill>
                          <a:effectLst/>
                          <a:latin typeface="맑은 고딕" panose="020B0503020000020004" pitchFamily="50" charset="-127"/>
                          <a:ea typeface="맑은 고딕" panose="020B0503020000020004" pitchFamily="50" charset="-127"/>
                        </a:rPr>
                        <a:t>Least deviation</a:t>
                      </a:r>
                    </a:p>
                  </a:txBody>
                  <a:tcPr marL="7131" marR="7131" marT="71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9F8"/>
                    </a:solidFill>
                  </a:tcPr>
                </a:tc>
                <a:tc>
                  <a:txBody>
                    <a:bodyPr/>
                    <a:lstStyle/>
                    <a:p>
                      <a:pPr algn="l" fontAlgn="ctr"/>
                      <a:r>
                        <a:rPr lang="fi-FI" sz="1200" b="0" i="0" u="none" strike="noStrike" dirty="0">
                          <a:solidFill>
                            <a:srgbClr val="000000"/>
                          </a:solidFill>
                          <a:effectLst/>
                          <a:latin typeface="맑은 고딕" panose="020B0503020000020004" pitchFamily="50" charset="-127"/>
                          <a:ea typeface="맑은 고딕" panose="020B0503020000020004" pitchFamily="50" charset="-127"/>
                        </a:rPr>
                        <a:t>Most </a:t>
                      </a:r>
                    </a:p>
                    <a:p>
                      <a:pPr algn="l" fontAlgn="ctr"/>
                      <a:r>
                        <a:rPr lang="fi-FI" sz="1200" b="0" i="0" u="none" strike="noStrike" dirty="0">
                          <a:solidFill>
                            <a:srgbClr val="000000"/>
                          </a:solidFill>
                          <a:effectLst/>
                          <a:latin typeface="맑은 고딕" panose="020B0503020000020004" pitchFamily="50" charset="-127"/>
                          <a:ea typeface="맑은 고딕" panose="020B0503020000020004" pitchFamily="50" charset="-127"/>
                        </a:rPr>
                        <a:t>comfortable</a:t>
                      </a:r>
                    </a:p>
                  </a:txBody>
                  <a:tcPr marL="7131" marR="7131" marT="71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9F8"/>
                    </a:solidFill>
                  </a:tcPr>
                </a:tc>
                <a:tc>
                  <a:txBody>
                    <a:bodyPr/>
                    <a:lstStyle/>
                    <a:p>
                      <a:pPr algn="l" fontAlgn="ctr"/>
                      <a:r>
                        <a:rPr lang="fi-FI" sz="1200" b="0" i="0" u="none" strike="noStrike">
                          <a:solidFill>
                            <a:srgbClr val="000000"/>
                          </a:solidFill>
                          <a:effectLst/>
                          <a:latin typeface="맑은 고딕" panose="020B0503020000020004" pitchFamily="50" charset="-127"/>
                          <a:ea typeface="맑은 고딕" panose="020B0503020000020004" pitchFamily="50" charset="-127"/>
                        </a:rPr>
                        <a:t>Most comfortable</a:t>
                      </a:r>
                    </a:p>
                  </a:txBody>
                  <a:tcPr marL="7131" marR="7131" marT="71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9F8"/>
                    </a:solidFill>
                  </a:tcPr>
                </a:tc>
                <a:tc>
                  <a:txBody>
                    <a:bodyPr/>
                    <a:lstStyle/>
                    <a:p>
                      <a:pPr algn="l" fontAlgn="ctr"/>
                      <a:r>
                        <a:rPr lang="fi-FI" sz="1200" b="0" i="0" u="none" strike="noStrike">
                          <a:solidFill>
                            <a:srgbClr val="000000"/>
                          </a:solidFill>
                          <a:effectLst/>
                          <a:latin typeface="맑은 고딕" panose="020B0503020000020004" pitchFamily="50" charset="-127"/>
                          <a:ea typeface="맑은 고딕" panose="020B0503020000020004" pitchFamily="50" charset="-127"/>
                        </a:rPr>
                        <a:t>Highest rating</a:t>
                      </a:r>
                    </a:p>
                  </a:txBody>
                  <a:tcPr marL="7131" marR="7131" marT="71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9F8"/>
                    </a:solidFill>
                  </a:tcPr>
                </a:tc>
                <a:tc>
                  <a:txBody>
                    <a:bodyPr/>
                    <a:lstStyle/>
                    <a:p>
                      <a:pPr algn="l" fontAlgn="ctr"/>
                      <a:r>
                        <a:rPr lang="ko-KR" altLang="en-US" sz="1200" b="0" i="0" u="none" strike="noStrike">
                          <a:solidFill>
                            <a:srgbClr val="000000"/>
                          </a:solidFill>
                          <a:effectLst/>
                          <a:latin typeface="맑은 고딕" panose="020B0503020000020004" pitchFamily="50" charset="-127"/>
                          <a:ea typeface="맑은 고딕" panose="020B0503020000020004" pitchFamily="50" charset="-127"/>
                        </a:rPr>
                        <a:t>　</a:t>
                      </a:r>
                    </a:p>
                  </a:txBody>
                  <a:tcPr marL="7131" marR="7131" marT="71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ko-KR" altLang="en-US" sz="1200" b="0" i="0" u="none" strike="noStrike">
                          <a:solidFill>
                            <a:srgbClr val="000000"/>
                          </a:solidFill>
                          <a:effectLst/>
                          <a:latin typeface="맑은 고딕" panose="020B0503020000020004" pitchFamily="50" charset="-127"/>
                          <a:ea typeface="맑은 고딕" panose="020B0503020000020004" pitchFamily="50" charset="-127"/>
                        </a:rPr>
                        <a:t>　</a:t>
                      </a:r>
                    </a:p>
                  </a:txBody>
                  <a:tcPr marL="7131" marR="7131" marT="71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639343071"/>
                  </a:ext>
                </a:extLst>
              </a:tr>
              <a:tr h="512478">
                <a:tc vMerge="1">
                  <a:txBody>
                    <a:bodyPr/>
                    <a:lstStyle/>
                    <a:p>
                      <a:pPr latinLnBrk="1"/>
                      <a:endParaRPr lang="ko-KR" altLang="en-US"/>
                    </a:p>
                  </a:txBody>
                  <a:tcPr/>
                </a:tc>
                <a:tc vMerge="1">
                  <a:txBody>
                    <a:bodyPr/>
                    <a:lstStyle/>
                    <a:p>
                      <a:pPr latinLnBrk="1"/>
                      <a:endParaRPr lang="ko-KR" altLang="en-US"/>
                    </a:p>
                  </a:txBody>
                  <a:tcPr/>
                </a:tc>
                <a:tc vMerge="1">
                  <a:txBody>
                    <a:bodyPr/>
                    <a:lstStyle/>
                    <a:p>
                      <a:pPr latinLnBrk="1"/>
                      <a:endParaRPr lang="ko-KR" altLang="en-US"/>
                    </a:p>
                  </a:txBody>
                  <a:tcPr/>
                </a:tc>
                <a:tc>
                  <a:txBody>
                    <a:bodyPr/>
                    <a:lstStyle/>
                    <a:p>
                      <a:pPr algn="ctr" fontAlgn="ctr"/>
                      <a:r>
                        <a:rPr lang="en-US" altLang="ko-KR" sz="1200" b="0" i="0" u="none" strike="noStrike" dirty="0">
                          <a:solidFill>
                            <a:srgbClr val="000000"/>
                          </a:solidFill>
                          <a:effectLst/>
                          <a:latin typeface="맑은 고딕" panose="020B0503020000020004" pitchFamily="50" charset="-127"/>
                          <a:ea typeface="맑은 고딕" panose="020B0503020000020004" pitchFamily="50" charset="-127"/>
                        </a:rPr>
                        <a:t>Delayed </a:t>
                      </a:r>
                      <a:r>
                        <a:rPr lang="en-US" altLang="ko-KR" sz="1200" b="0" i="0" u="none" strike="noStrike" dirty="0" err="1">
                          <a:solidFill>
                            <a:srgbClr val="000000"/>
                          </a:solidFill>
                          <a:effectLst/>
                          <a:latin typeface="맑은 고딕" panose="020B0503020000020004" pitchFamily="50" charset="-127"/>
                          <a:ea typeface="맑은 고딕" panose="020B0503020000020004" pitchFamily="50" charset="-127"/>
                        </a:rPr>
                        <a:t>decel</a:t>
                      </a:r>
                      <a:endParaRPr lang="en-US" altLang="ko-KR" sz="1200" b="0" i="0" u="none" strike="noStrike" dirty="0">
                        <a:solidFill>
                          <a:srgbClr val="000000"/>
                        </a:solidFill>
                        <a:effectLst/>
                        <a:latin typeface="맑은 고딕" panose="020B0503020000020004" pitchFamily="50" charset="-127"/>
                        <a:ea typeface="맑은 고딕" panose="020B0503020000020004" pitchFamily="50" charset="-127"/>
                      </a:endParaRPr>
                    </a:p>
                  </a:txBody>
                  <a:tcPr marL="7131" marR="7131" marT="7131" marB="0" anchor="ctr">
                    <a:lnT w="6350" cap="flat" cmpd="sng" algn="ctr">
                      <a:solidFill>
                        <a:srgbClr val="000000"/>
                      </a:solidFill>
                      <a:prstDash val="solid"/>
                      <a:round/>
                      <a:headEnd type="none" w="med" len="med"/>
                      <a:tailEnd type="none" w="med" len="med"/>
                    </a:lnT>
                  </a:tcPr>
                </a:tc>
                <a:tc>
                  <a:txBody>
                    <a:bodyPr/>
                    <a:lstStyle/>
                    <a:p>
                      <a:pPr algn="l" fontAlgn="ctr"/>
                      <a:r>
                        <a:rPr lang="fi-FI" sz="1200" b="0" i="0" u="none" strike="noStrike">
                          <a:solidFill>
                            <a:srgbClr val="000000"/>
                          </a:solidFill>
                          <a:effectLst/>
                          <a:latin typeface="맑은 고딕" panose="020B0503020000020004" pitchFamily="50" charset="-127"/>
                          <a:ea typeface="맑은 고딕" panose="020B0503020000020004" pitchFamily="50" charset="-127"/>
                        </a:rPr>
                        <a:t>Moderate</a:t>
                      </a:r>
                    </a:p>
                  </a:txBody>
                  <a:tcPr marL="7131" marR="7131" marT="7131" marB="0" anchor="ctr">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fi-FI" sz="1200" b="0" i="0" u="none" strike="noStrike" dirty="0">
                          <a:solidFill>
                            <a:srgbClr val="000000"/>
                          </a:solidFill>
                          <a:effectLst/>
                          <a:latin typeface="맑은 고딕" panose="020B0503020000020004" pitchFamily="50" charset="-127"/>
                          <a:ea typeface="맑은 고딕" panose="020B0503020000020004" pitchFamily="50" charset="-127"/>
                        </a:rPr>
                        <a:t>Moderate</a:t>
                      </a:r>
                    </a:p>
                  </a:txBody>
                  <a:tcPr marL="7131" marR="7131" marT="71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fi-FI" sz="1200" b="0" i="0" u="none" strike="noStrike" dirty="0">
                          <a:solidFill>
                            <a:srgbClr val="000000"/>
                          </a:solidFill>
                          <a:effectLst/>
                          <a:latin typeface="맑은 고딕" panose="020B0503020000020004" pitchFamily="50" charset="-127"/>
                          <a:ea typeface="맑은 고딕" panose="020B0503020000020004" pitchFamily="50" charset="-127"/>
                        </a:rPr>
                        <a:t>Comfortable</a:t>
                      </a:r>
                    </a:p>
                  </a:txBody>
                  <a:tcPr marL="7131" marR="7131" marT="71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fi-FI" sz="1200" b="0" i="0" u="none" strike="noStrike">
                          <a:solidFill>
                            <a:srgbClr val="000000"/>
                          </a:solidFill>
                          <a:effectLst/>
                          <a:latin typeface="맑은 고딕" panose="020B0503020000020004" pitchFamily="50" charset="-127"/>
                          <a:ea typeface="맑은 고딕" panose="020B0503020000020004" pitchFamily="50" charset="-127"/>
                        </a:rPr>
                        <a:t>Within Limits</a:t>
                      </a:r>
                    </a:p>
                  </a:txBody>
                  <a:tcPr marL="7131" marR="7131" marT="71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fi-FI" sz="1200" b="0" i="0" u="none" strike="noStrike">
                          <a:solidFill>
                            <a:srgbClr val="000000"/>
                          </a:solidFill>
                          <a:effectLst/>
                          <a:latin typeface="맑은 고딕" panose="020B0503020000020004" pitchFamily="50" charset="-127"/>
                          <a:ea typeface="맑은 고딕" panose="020B0503020000020004" pitchFamily="50" charset="-127"/>
                        </a:rPr>
                        <a:t>Highest rating</a:t>
                      </a:r>
                    </a:p>
                  </a:txBody>
                  <a:tcPr marL="7131" marR="7131" marT="71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9F8"/>
                    </a:solidFill>
                  </a:tcPr>
                </a:tc>
                <a:tc>
                  <a:txBody>
                    <a:bodyPr/>
                    <a:lstStyle/>
                    <a:p>
                      <a:pPr algn="l" fontAlgn="ctr"/>
                      <a:r>
                        <a:rPr lang="ko-KR" altLang="en-US" sz="1200" b="0" i="0" u="none" strike="noStrike">
                          <a:solidFill>
                            <a:srgbClr val="000000"/>
                          </a:solidFill>
                          <a:effectLst/>
                          <a:latin typeface="맑은 고딕" panose="020B0503020000020004" pitchFamily="50" charset="-127"/>
                          <a:ea typeface="맑은 고딕" panose="020B0503020000020004" pitchFamily="50" charset="-127"/>
                        </a:rPr>
                        <a:t>　</a:t>
                      </a:r>
                    </a:p>
                  </a:txBody>
                  <a:tcPr marL="7131" marR="7131" marT="71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ko-KR" altLang="en-US" sz="1200" b="0" i="0" u="none" strike="noStrike">
                          <a:solidFill>
                            <a:srgbClr val="000000"/>
                          </a:solidFill>
                          <a:effectLst/>
                          <a:latin typeface="맑은 고딕" panose="020B0503020000020004" pitchFamily="50" charset="-127"/>
                          <a:ea typeface="맑은 고딕" panose="020B0503020000020004" pitchFamily="50" charset="-127"/>
                        </a:rPr>
                        <a:t>　</a:t>
                      </a:r>
                    </a:p>
                  </a:txBody>
                  <a:tcPr marL="7131" marR="7131" marT="71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849894312"/>
                  </a:ext>
                </a:extLst>
              </a:tr>
              <a:tr h="709117">
                <a:tc vMerge="1">
                  <a:txBody>
                    <a:bodyPr/>
                    <a:lstStyle/>
                    <a:p>
                      <a:pPr latinLnBrk="1"/>
                      <a:endParaRPr lang="ko-KR" altLang="en-US"/>
                    </a:p>
                  </a:txBody>
                  <a:tcPr/>
                </a:tc>
                <a:tc rowSpan="2">
                  <a:txBody>
                    <a:bodyPr/>
                    <a:lstStyle/>
                    <a:p>
                      <a:pPr algn="ctr" fontAlgn="ctr"/>
                      <a:r>
                        <a:rPr lang="en-US" altLang="ko-KR" sz="1200" b="0" i="0" u="none" strike="noStrike">
                          <a:solidFill>
                            <a:srgbClr val="000000"/>
                          </a:solidFill>
                          <a:effectLst/>
                          <a:latin typeface="맑은 고딕" panose="020B0503020000020004" pitchFamily="50" charset="-127"/>
                          <a:ea typeface="맑은 고딕" panose="020B0503020000020004" pitchFamily="50" charset="-127"/>
                        </a:rPr>
                        <a:t>12</a:t>
                      </a:r>
                    </a:p>
                  </a:txBody>
                  <a:tcPr marL="7131" marR="7131" marT="71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rowSpan="2">
                  <a:txBody>
                    <a:bodyPr/>
                    <a:lstStyle/>
                    <a:p>
                      <a:pPr algn="ctr" fontAlgn="ctr"/>
                      <a:r>
                        <a:rPr lang="en-US" altLang="ko-KR" sz="1200" b="0" i="0" u="none" strike="noStrike">
                          <a:solidFill>
                            <a:srgbClr val="000000"/>
                          </a:solidFill>
                          <a:effectLst/>
                          <a:latin typeface="맑은 고딕" panose="020B0503020000020004" pitchFamily="50" charset="-127"/>
                          <a:ea typeface="맑은 고딕" panose="020B0503020000020004" pitchFamily="50" charset="-127"/>
                        </a:rPr>
                        <a:t>45</a:t>
                      </a:r>
                    </a:p>
                  </a:txBody>
                  <a:tcPr marL="7131" marR="7131" marT="71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latinLnBrk="1"/>
                      <a:r>
                        <a:rPr lang="fi-FI" altLang="ko-KR" sz="1200" b="0" i="0" u="none" strike="noStrike" kern="1200" dirty="0">
                          <a:solidFill>
                            <a:srgbClr val="000000"/>
                          </a:solidFill>
                          <a:effectLst/>
                          <a:latin typeface="맑은 고딕" panose="020B0503020000020004" pitchFamily="50" charset="-127"/>
                          <a:ea typeface="맑은 고딕" panose="020B0503020000020004" pitchFamily="50" charset="-127"/>
                          <a:cs typeface="+mn-cs"/>
                        </a:rPr>
                        <a:t>FAF decel</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B w="6350" cap="flat" cmpd="sng" algn="ctr">
                      <a:solidFill>
                        <a:srgbClr val="000000"/>
                      </a:solidFill>
                      <a:prstDash val="solid"/>
                      <a:round/>
                      <a:headEnd type="none" w="med" len="med"/>
                      <a:tailEnd type="none" w="med" len="med"/>
                    </a:lnB>
                    <a:noFill/>
                  </a:tcPr>
                </a:tc>
                <a:tc>
                  <a:txBody>
                    <a:bodyPr/>
                    <a:lstStyle/>
                    <a:p>
                      <a:pPr algn="l" fontAlgn="ctr"/>
                      <a:r>
                        <a:rPr lang="fi-FI" sz="1200" b="0" i="0" u="none" strike="noStrike" dirty="0">
                          <a:solidFill>
                            <a:srgbClr val="000000"/>
                          </a:solidFill>
                          <a:effectLst/>
                          <a:latin typeface="맑은 고딕" panose="020B0503020000020004" pitchFamily="50" charset="-127"/>
                          <a:ea typeface="맑은 고딕" panose="020B0503020000020004" pitchFamily="50" charset="-127"/>
                        </a:rPr>
                        <a:t>Least deviation</a:t>
                      </a:r>
                    </a:p>
                  </a:txBody>
                  <a:tcPr marL="7131" marR="7131" marT="71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9F8"/>
                    </a:solidFill>
                  </a:tcPr>
                </a:tc>
                <a:tc>
                  <a:txBody>
                    <a:bodyPr/>
                    <a:lstStyle/>
                    <a:p>
                      <a:pPr algn="l" fontAlgn="ctr"/>
                      <a:r>
                        <a:rPr lang="fi-FI" sz="1200" b="0" i="0" u="none" strike="noStrike">
                          <a:solidFill>
                            <a:srgbClr val="000000"/>
                          </a:solidFill>
                          <a:effectLst/>
                          <a:latin typeface="맑은 고딕" panose="020B0503020000020004" pitchFamily="50" charset="-127"/>
                          <a:ea typeface="맑은 고딕" panose="020B0503020000020004" pitchFamily="50" charset="-127"/>
                        </a:rPr>
                        <a:t>Least deviation</a:t>
                      </a:r>
                    </a:p>
                  </a:txBody>
                  <a:tcPr marL="7131" marR="7131" marT="71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9F8"/>
                    </a:solidFill>
                  </a:tcPr>
                </a:tc>
                <a:tc>
                  <a:txBody>
                    <a:bodyPr/>
                    <a:lstStyle/>
                    <a:p>
                      <a:pPr algn="l" fontAlgn="ctr"/>
                      <a:r>
                        <a:rPr lang="fi-FI" sz="1200" b="0" i="0" u="none" strike="noStrike">
                          <a:solidFill>
                            <a:srgbClr val="000000"/>
                          </a:solidFill>
                          <a:effectLst/>
                          <a:latin typeface="맑은 고딕" panose="020B0503020000020004" pitchFamily="50" charset="-127"/>
                          <a:ea typeface="맑은 고딕" panose="020B0503020000020004" pitchFamily="50" charset="-127"/>
                        </a:rPr>
                        <a:t>Comfortable</a:t>
                      </a:r>
                    </a:p>
                  </a:txBody>
                  <a:tcPr marL="7131" marR="7131" marT="71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fi-FI" sz="1200" b="0" i="0" u="none" strike="noStrike">
                          <a:solidFill>
                            <a:srgbClr val="000000"/>
                          </a:solidFill>
                          <a:effectLst/>
                          <a:latin typeface="맑은 고딕" panose="020B0503020000020004" pitchFamily="50" charset="-127"/>
                          <a:ea typeface="맑은 고딕" panose="020B0503020000020004" pitchFamily="50" charset="-127"/>
                        </a:rPr>
                        <a:t>Most comfortable</a:t>
                      </a:r>
                    </a:p>
                  </a:txBody>
                  <a:tcPr marL="7131" marR="7131" marT="71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9F8"/>
                    </a:solidFill>
                  </a:tcPr>
                </a:tc>
                <a:tc>
                  <a:txBody>
                    <a:bodyPr/>
                    <a:lstStyle/>
                    <a:p>
                      <a:pPr algn="l" fontAlgn="ctr"/>
                      <a:r>
                        <a:rPr lang="fi-FI" sz="1200" b="0" i="0" u="none" strike="noStrike">
                          <a:solidFill>
                            <a:srgbClr val="000000"/>
                          </a:solidFill>
                          <a:effectLst/>
                          <a:latin typeface="맑은 고딕" panose="020B0503020000020004" pitchFamily="50" charset="-127"/>
                          <a:ea typeface="맑은 고딕" panose="020B0503020000020004" pitchFamily="50" charset="-127"/>
                        </a:rPr>
                        <a:t>Workload/Situational awareness</a:t>
                      </a:r>
                    </a:p>
                  </a:txBody>
                  <a:tcPr marL="7131" marR="7131" marT="71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l" fontAlgn="ctr"/>
                      <a:r>
                        <a:rPr lang="ko-KR" altLang="en-US" sz="1200" b="0" i="0" u="none" strike="noStrike">
                          <a:solidFill>
                            <a:srgbClr val="000000"/>
                          </a:solidFill>
                          <a:effectLst/>
                          <a:latin typeface="맑은 고딕" panose="020B0503020000020004" pitchFamily="50" charset="-127"/>
                          <a:ea typeface="맑은 고딕" panose="020B0503020000020004" pitchFamily="50" charset="-127"/>
                        </a:rPr>
                        <a:t>　</a:t>
                      </a:r>
                    </a:p>
                  </a:txBody>
                  <a:tcPr marL="7131" marR="7131" marT="71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ko-KR" altLang="en-US" sz="1200" b="0" i="0" u="none" strike="noStrike">
                          <a:solidFill>
                            <a:srgbClr val="000000"/>
                          </a:solidFill>
                          <a:effectLst/>
                          <a:latin typeface="맑은 고딕" panose="020B0503020000020004" pitchFamily="50" charset="-127"/>
                          <a:ea typeface="맑은 고딕" panose="020B0503020000020004" pitchFamily="50" charset="-127"/>
                        </a:rPr>
                        <a:t>　</a:t>
                      </a:r>
                    </a:p>
                  </a:txBody>
                  <a:tcPr marL="7131" marR="7131" marT="71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489713621"/>
                  </a:ext>
                </a:extLst>
              </a:tr>
              <a:tr h="512478">
                <a:tc vMerge="1">
                  <a:txBody>
                    <a:bodyPr/>
                    <a:lstStyle/>
                    <a:p>
                      <a:pPr latinLnBrk="1"/>
                      <a:endParaRPr lang="ko-KR" altLang="en-US"/>
                    </a:p>
                  </a:txBody>
                  <a:tcPr/>
                </a:tc>
                <a:tc vMerge="1">
                  <a:txBody>
                    <a:bodyPr/>
                    <a:lstStyle/>
                    <a:p>
                      <a:pPr latinLnBrk="1"/>
                      <a:endParaRPr lang="ko-KR" altLang="en-US"/>
                    </a:p>
                  </a:txBody>
                  <a:tcPr/>
                </a:tc>
                <a:tc vMerge="1">
                  <a:txBody>
                    <a:bodyPr/>
                    <a:lstStyle/>
                    <a:p>
                      <a:pPr latinLnBrk="1"/>
                      <a:endParaRPr lang="ko-KR" altLang="en-US"/>
                    </a:p>
                  </a:txBody>
                  <a:tcPr/>
                </a:tc>
                <a:tc>
                  <a:txBody>
                    <a:bodyPr/>
                    <a:lstStyle/>
                    <a:p>
                      <a:pPr algn="ctr" fontAlgn="ctr"/>
                      <a:r>
                        <a:rPr lang="en-US" altLang="ko-KR" sz="1200" b="0" i="0" u="none" strike="noStrike" dirty="0">
                          <a:solidFill>
                            <a:srgbClr val="000000"/>
                          </a:solidFill>
                          <a:effectLst/>
                          <a:latin typeface="맑은 고딕" panose="020B0503020000020004" pitchFamily="50" charset="-127"/>
                          <a:ea typeface="맑은 고딕" panose="020B0503020000020004" pitchFamily="50" charset="-127"/>
                        </a:rPr>
                        <a:t>Delayed </a:t>
                      </a:r>
                      <a:r>
                        <a:rPr lang="en-US" altLang="ko-KR" sz="1200" b="0" i="0" u="none" strike="noStrike" dirty="0" err="1">
                          <a:solidFill>
                            <a:srgbClr val="000000"/>
                          </a:solidFill>
                          <a:effectLst/>
                          <a:latin typeface="맑은 고딕" panose="020B0503020000020004" pitchFamily="50" charset="-127"/>
                          <a:ea typeface="맑은 고딕" panose="020B0503020000020004" pitchFamily="50" charset="-127"/>
                        </a:rPr>
                        <a:t>decel</a:t>
                      </a:r>
                      <a:endParaRPr lang="en-US" altLang="ko-KR" sz="1200" b="0" i="0" u="none" strike="noStrike" dirty="0">
                        <a:solidFill>
                          <a:srgbClr val="000000"/>
                        </a:solidFill>
                        <a:effectLst/>
                        <a:latin typeface="맑은 고딕" panose="020B0503020000020004" pitchFamily="50" charset="-127"/>
                        <a:ea typeface="맑은 고딕" panose="020B0503020000020004" pitchFamily="50" charset="-127"/>
                      </a:endParaRPr>
                    </a:p>
                  </a:txBody>
                  <a:tcPr marL="7131" marR="7131" marT="7131" marB="0" anchor="ctr">
                    <a:lnT w="6350" cap="flat" cmpd="sng" algn="ctr">
                      <a:solidFill>
                        <a:srgbClr val="000000"/>
                      </a:solidFill>
                      <a:prstDash val="solid"/>
                      <a:round/>
                      <a:headEnd type="none" w="med" len="med"/>
                      <a:tailEnd type="none" w="med" len="med"/>
                    </a:lnT>
                  </a:tcPr>
                </a:tc>
                <a:tc>
                  <a:txBody>
                    <a:bodyPr/>
                    <a:lstStyle/>
                    <a:p>
                      <a:pPr algn="l" fontAlgn="ctr"/>
                      <a:r>
                        <a:rPr lang="fi-FI" sz="1200" b="0" i="0" u="none" strike="noStrike">
                          <a:solidFill>
                            <a:srgbClr val="000000"/>
                          </a:solidFill>
                          <a:effectLst/>
                          <a:latin typeface="맑은 고딕" panose="020B0503020000020004" pitchFamily="50" charset="-127"/>
                          <a:ea typeface="맑은 고딕" panose="020B0503020000020004" pitchFamily="50" charset="-127"/>
                        </a:rPr>
                        <a:t>Moderate</a:t>
                      </a:r>
                    </a:p>
                  </a:txBody>
                  <a:tcPr marL="7131" marR="7131" marT="7131" marB="0" anchor="ctr">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fi-FI" sz="1200" b="0" i="0" u="none" strike="noStrike">
                          <a:solidFill>
                            <a:srgbClr val="000000"/>
                          </a:solidFill>
                          <a:effectLst/>
                          <a:latin typeface="맑은 고딕" panose="020B0503020000020004" pitchFamily="50" charset="-127"/>
                          <a:ea typeface="맑은 고딕" panose="020B0503020000020004" pitchFamily="50" charset="-127"/>
                        </a:rPr>
                        <a:t>Moderate</a:t>
                      </a:r>
                    </a:p>
                  </a:txBody>
                  <a:tcPr marL="7131" marR="7131" marT="71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fi-FI" sz="1200" b="0" i="0" u="none" strike="noStrike" dirty="0">
                          <a:solidFill>
                            <a:srgbClr val="000000"/>
                          </a:solidFill>
                          <a:effectLst/>
                          <a:latin typeface="맑은 고딕" panose="020B0503020000020004" pitchFamily="50" charset="-127"/>
                          <a:ea typeface="맑은 고딕" panose="020B0503020000020004" pitchFamily="50" charset="-127"/>
                        </a:rPr>
                        <a:t>Most </a:t>
                      </a:r>
                    </a:p>
                    <a:p>
                      <a:pPr algn="l" fontAlgn="ctr"/>
                      <a:r>
                        <a:rPr lang="fi-FI" sz="1200" b="0" i="0" u="none" strike="noStrike" dirty="0">
                          <a:solidFill>
                            <a:srgbClr val="000000"/>
                          </a:solidFill>
                          <a:effectLst/>
                          <a:latin typeface="맑은 고딕" panose="020B0503020000020004" pitchFamily="50" charset="-127"/>
                          <a:ea typeface="맑은 고딕" panose="020B0503020000020004" pitchFamily="50" charset="-127"/>
                        </a:rPr>
                        <a:t>comfortable</a:t>
                      </a:r>
                    </a:p>
                  </a:txBody>
                  <a:tcPr marL="7131" marR="7131" marT="71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9F8"/>
                    </a:solidFill>
                  </a:tcPr>
                </a:tc>
                <a:tc>
                  <a:txBody>
                    <a:bodyPr/>
                    <a:lstStyle/>
                    <a:p>
                      <a:pPr algn="l" fontAlgn="ctr"/>
                      <a:r>
                        <a:rPr lang="fi-FI" sz="1200" b="0" i="0" u="none" strike="noStrike">
                          <a:solidFill>
                            <a:srgbClr val="000000"/>
                          </a:solidFill>
                          <a:effectLst/>
                          <a:latin typeface="맑은 고딕" panose="020B0503020000020004" pitchFamily="50" charset="-127"/>
                          <a:ea typeface="맑은 고딕" panose="020B0503020000020004" pitchFamily="50" charset="-127"/>
                        </a:rPr>
                        <a:t>Most comfortable</a:t>
                      </a:r>
                    </a:p>
                  </a:txBody>
                  <a:tcPr marL="7131" marR="7131" marT="71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9F8"/>
                    </a:solidFill>
                  </a:tcPr>
                </a:tc>
                <a:tc>
                  <a:txBody>
                    <a:bodyPr/>
                    <a:lstStyle/>
                    <a:p>
                      <a:pPr algn="l" fontAlgn="ctr"/>
                      <a:r>
                        <a:rPr lang="fi-FI" sz="1200" b="0" i="0" u="none" strike="noStrike">
                          <a:solidFill>
                            <a:srgbClr val="000000"/>
                          </a:solidFill>
                          <a:effectLst/>
                          <a:latin typeface="맑은 고딕" panose="020B0503020000020004" pitchFamily="50" charset="-127"/>
                          <a:ea typeface="맑은 고딕" panose="020B0503020000020004" pitchFamily="50" charset="-127"/>
                        </a:rPr>
                        <a:t>Highest rating</a:t>
                      </a:r>
                    </a:p>
                  </a:txBody>
                  <a:tcPr marL="7131" marR="7131" marT="71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9F8"/>
                    </a:solidFill>
                  </a:tcPr>
                </a:tc>
                <a:tc>
                  <a:txBody>
                    <a:bodyPr/>
                    <a:lstStyle/>
                    <a:p>
                      <a:pPr algn="l" fontAlgn="ctr"/>
                      <a:r>
                        <a:rPr lang="ko-KR" altLang="en-US" sz="1200" b="0" i="0" u="none" strike="noStrike">
                          <a:solidFill>
                            <a:srgbClr val="000000"/>
                          </a:solidFill>
                          <a:effectLst/>
                          <a:latin typeface="맑은 고딕" panose="020B0503020000020004" pitchFamily="50" charset="-127"/>
                          <a:ea typeface="맑은 고딕" panose="020B0503020000020004" pitchFamily="50" charset="-127"/>
                        </a:rPr>
                        <a:t>　</a:t>
                      </a:r>
                    </a:p>
                  </a:txBody>
                  <a:tcPr marL="7131" marR="7131" marT="71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ko-KR" altLang="en-US" sz="1200" b="0" i="0" u="none" strike="noStrike" dirty="0">
                          <a:solidFill>
                            <a:srgbClr val="000000"/>
                          </a:solidFill>
                          <a:effectLst/>
                          <a:latin typeface="맑은 고딕" panose="020B0503020000020004" pitchFamily="50" charset="-127"/>
                          <a:ea typeface="맑은 고딕" panose="020B0503020000020004" pitchFamily="50" charset="-127"/>
                        </a:rPr>
                        <a:t>　</a:t>
                      </a:r>
                    </a:p>
                  </a:txBody>
                  <a:tcPr marL="7131" marR="7131" marT="71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497577461"/>
                  </a:ext>
                </a:extLst>
              </a:tr>
            </a:tbl>
          </a:graphicData>
        </a:graphic>
      </p:graphicFrame>
      <p:sp>
        <p:nvSpPr>
          <p:cNvPr id="7" name="TextBox 6">
            <a:extLst>
              <a:ext uri="{FF2B5EF4-FFF2-40B4-BE49-F238E27FC236}">
                <a16:creationId xmlns:a16="http://schemas.microsoft.com/office/drawing/2014/main" id="{1622B855-D8C1-62DE-1DA2-9B7B50451A8B}"/>
              </a:ext>
            </a:extLst>
          </p:cNvPr>
          <p:cNvSpPr txBox="1"/>
          <p:nvPr/>
        </p:nvSpPr>
        <p:spPr>
          <a:xfrm>
            <a:off x="265545" y="6293285"/>
            <a:ext cx="11455400" cy="461665"/>
          </a:xfrm>
          <a:prstGeom prst="rect">
            <a:avLst/>
          </a:prstGeom>
          <a:noFill/>
        </p:spPr>
        <p:txBody>
          <a:bodyPr wrap="square">
            <a:spAutoFit/>
          </a:bodyPr>
          <a:lstStyle/>
          <a:p>
            <a:r>
              <a:rPr lang="en-US" altLang="ko-KR" sz="1200" dirty="0"/>
              <a:t>FAF </a:t>
            </a:r>
            <a:r>
              <a:rPr lang="en-US" altLang="ko-KR" sz="1200" dirty="0" err="1"/>
              <a:t>decel</a:t>
            </a:r>
            <a:r>
              <a:rPr lang="en-US" altLang="ko-KR" sz="1200" dirty="0"/>
              <a:t>: decelerating the aircraft immediately upon reaching the Final Approach Fix (FAF); decelerate at a </a:t>
            </a:r>
            <a:r>
              <a:rPr lang="en-US" altLang="ko-KR" sz="1200" b="1" dirty="0"/>
              <a:t>constant rate</a:t>
            </a:r>
            <a:endParaRPr lang="en-US" altLang="ko-KR" sz="1200" dirty="0"/>
          </a:p>
          <a:p>
            <a:r>
              <a:rPr lang="en-US" altLang="ko-KR" sz="1200" dirty="0"/>
              <a:t>Delayed </a:t>
            </a:r>
            <a:r>
              <a:rPr lang="en-US" altLang="ko-KR" sz="1200" dirty="0" err="1"/>
              <a:t>decel</a:t>
            </a:r>
            <a:r>
              <a:rPr lang="en-US" altLang="ko-KR" sz="1200" dirty="0"/>
              <a:t>: aircraft </a:t>
            </a:r>
            <a:r>
              <a:rPr lang="en-US" altLang="ko-KR" sz="1200" b="1" dirty="0"/>
              <a:t>delays the start of deceleration</a:t>
            </a:r>
            <a:r>
              <a:rPr lang="en-US" altLang="ko-KR" sz="1200" dirty="0"/>
              <a:t> until after passing the FAF; a </a:t>
            </a:r>
            <a:r>
              <a:rPr lang="en-US" altLang="ko-KR" sz="1200" b="1" dirty="0"/>
              <a:t>smooth, gradual deceleration</a:t>
            </a:r>
            <a:r>
              <a:rPr lang="en-US" altLang="ko-KR" sz="1200" dirty="0"/>
              <a:t> closer to the runway to maintain a better flight path</a:t>
            </a:r>
            <a:endParaRPr lang="ko-KR" altLang="en-US" sz="1200" dirty="0"/>
          </a:p>
        </p:txBody>
      </p:sp>
    </p:spTree>
    <p:extLst>
      <p:ext uri="{BB962C8B-B14F-4D97-AF65-F5344CB8AC3E}">
        <p14:creationId xmlns:p14="http://schemas.microsoft.com/office/powerpoint/2010/main" val="389866183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그림 4">
            <a:extLst>
              <a:ext uri="{FF2B5EF4-FFF2-40B4-BE49-F238E27FC236}">
                <a16:creationId xmlns:a16="http://schemas.microsoft.com/office/drawing/2014/main" id="{CED5CE61-3BED-547F-912F-B534F2FFC6EB}"/>
              </a:ext>
            </a:extLst>
          </p:cNvPr>
          <p:cNvPicPr>
            <a:picLocks noChangeAspect="1"/>
          </p:cNvPicPr>
          <p:nvPr/>
        </p:nvPicPr>
        <p:blipFill>
          <a:blip r:embed="rId2"/>
          <a:stretch>
            <a:fillRect/>
          </a:stretch>
        </p:blipFill>
        <p:spPr>
          <a:xfrm>
            <a:off x="53598" y="1025669"/>
            <a:ext cx="6401222" cy="5347422"/>
          </a:xfrm>
          <a:prstGeom prst="rect">
            <a:avLst/>
          </a:prstGeom>
        </p:spPr>
      </p:pic>
      <p:sp>
        <p:nvSpPr>
          <p:cNvPr id="3" name="제목 1">
            <a:extLst>
              <a:ext uri="{FF2B5EF4-FFF2-40B4-BE49-F238E27FC236}">
                <a16:creationId xmlns:a16="http://schemas.microsoft.com/office/drawing/2014/main" id="{C78E51FD-F27D-2C84-5990-2295C879B902}"/>
              </a:ext>
            </a:extLst>
          </p:cNvPr>
          <p:cNvSpPr>
            <a:spLocks noGrp="1"/>
          </p:cNvSpPr>
          <p:nvPr>
            <p:ph type="title"/>
          </p:nvPr>
        </p:nvSpPr>
        <p:spPr>
          <a:xfrm>
            <a:off x="838200" y="235816"/>
            <a:ext cx="10515600" cy="905663"/>
          </a:xfrm>
        </p:spPr>
        <p:txBody>
          <a:bodyPr>
            <a:normAutofit fontScale="90000"/>
          </a:bodyPr>
          <a:lstStyle/>
          <a:p>
            <a:r>
              <a:rPr lang="en-US" altLang="ko-KR" dirty="0"/>
              <a:t>Departure </a:t>
            </a:r>
            <a:br>
              <a:rPr lang="en-US" altLang="ko-KR" dirty="0"/>
            </a:br>
            <a:r>
              <a:rPr lang="en-US" altLang="ko-KR" dirty="0"/>
              <a:t>Linear and Rotational Acceleration w.r.t angle</a:t>
            </a:r>
            <a:endParaRPr lang="ko-KR" altLang="en-US" dirty="0"/>
          </a:p>
        </p:txBody>
      </p:sp>
      <p:pic>
        <p:nvPicPr>
          <p:cNvPr id="7" name="내용 개체 틀 6">
            <a:extLst>
              <a:ext uri="{FF2B5EF4-FFF2-40B4-BE49-F238E27FC236}">
                <a16:creationId xmlns:a16="http://schemas.microsoft.com/office/drawing/2014/main" id="{742E14FC-ECC5-DAA7-6EB2-1B31C7D9A170}"/>
              </a:ext>
            </a:extLst>
          </p:cNvPr>
          <p:cNvPicPr>
            <a:picLocks noGrp="1" noChangeAspect="1"/>
          </p:cNvPicPr>
          <p:nvPr>
            <p:ph idx="1"/>
          </p:nvPr>
        </p:nvPicPr>
        <p:blipFill>
          <a:blip r:embed="rId3"/>
          <a:stretch>
            <a:fillRect/>
          </a:stretch>
        </p:blipFill>
        <p:spPr>
          <a:xfrm>
            <a:off x="6003679" y="3425797"/>
            <a:ext cx="6188321" cy="3067078"/>
          </a:xfrm>
        </p:spPr>
      </p:pic>
    </p:spTree>
    <p:extLst>
      <p:ext uri="{BB962C8B-B14F-4D97-AF65-F5344CB8AC3E}">
        <p14:creationId xmlns:p14="http://schemas.microsoft.com/office/powerpoint/2010/main" val="400438020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그림 4">
            <a:extLst>
              <a:ext uri="{FF2B5EF4-FFF2-40B4-BE49-F238E27FC236}">
                <a16:creationId xmlns:a16="http://schemas.microsoft.com/office/drawing/2014/main" id="{D4F6C80E-FB1F-9538-6C99-FA37B55F454C}"/>
              </a:ext>
            </a:extLst>
          </p:cNvPr>
          <p:cNvPicPr>
            <a:picLocks noChangeAspect="1"/>
          </p:cNvPicPr>
          <p:nvPr/>
        </p:nvPicPr>
        <p:blipFill>
          <a:blip r:embed="rId2"/>
          <a:stretch>
            <a:fillRect/>
          </a:stretch>
        </p:blipFill>
        <p:spPr>
          <a:xfrm>
            <a:off x="1516380" y="1513068"/>
            <a:ext cx="8557260" cy="5272570"/>
          </a:xfrm>
          <a:prstGeom prst="rect">
            <a:avLst/>
          </a:prstGeom>
        </p:spPr>
      </p:pic>
      <p:sp>
        <p:nvSpPr>
          <p:cNvPr id="4" name="제목 1">
            <a:extLst>
              <a:ext uri="{FF2B5EF4-FFF2-40B4-BE49-F238E27FC236}">
                <a16:creationId xmlns:a16="http://schemas.microsoft.com/office/drawing/2014/main" id="{950E6A1A-D42D-8AB7-1485-60E56C226F55}"/>
              </a:ext>
            </a:extLst>
          </p:cNvPr>
          <p:cNvSpPr>
            <a:spLocks noGrp="1"/>
          </p:cNvSpPr>
          <p:nvPr>
            <p:ph type="title"/>
          </p:nvPr>
        </p:nvSpPr>
        <p:spPr>
          <a:xfrm>
            <a:off x="838200" y="365125"/>
            <a:ext cx="10515600" cy="905663"/>
          </a:xfrm>
        </p:spPr>
        <p:txBody>
          <a:bodyPr/>
          <a:lstStyle/>
          <a:p>
            <a:r>
              <a:rPr lang="en-US" altLang="ko-KR" dirty="0"/>
              <a:t>Speed, angle vs. flight stability</a:t>
            </a:r>
            <a:endParaRPr lang="ko-KR" altLang="en-US" dirty="0"/>
          </a:p>
        </p:txBody>
      </p:sp>
    </p:spTree>
    <p:extLst>
      <p:ext uri="{BB962C8B-B14F-4D97-AF65-F5344CB8AC3E}">
        <p14:creationId xmlns:p14="http://schemas.microsoft.com/office/powerpoint/2010/main" val="346802667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그림 4">
            <a:extLst>
              <a:ext uri="{FF2B5EF4-FFF2-40B4-BE49-F238E27FC236}">
                <a16:creationId xmlns:a16="http://schemas.microsoft.com/office/drawing/2014/main" id="{43D8552F-B2EE-6866-F590-FCFD6EDC89AA}"/>
              </a:ext>
            </a:extLst>
          </p:cNvPr>
          <p:cNvPicPr>
            <a:picLocks noChangeAspect="1"/>
          </p:cNvPicPr>
          <p:nvPr/>
        </p:nvPicPr>
        <p:blipFill>
          <a:blip r:embed="rId2"/>
          <a:srcRect b="71044"/>
          <a:stretch/>
        </p:blipFill>
        <p:spPr>
          <a:xfrm>
            <a:off x="652664" y="1443182"/>
            <a:ext cx="8210378" cy="1985818"/>
          </a:xfrm>
          <a:prstGeom prst="rect">
            <a:avLst/>
          </a:prstGeom>
        </p:spPr>
      </p:pic>
      <p:pic>
        <p:nvPicPr>
          <p:cNvPr id="6" name="그림 5">
            <a:extLst>
              <a:ext uri="{FF2B5EF4-FFF2-40B4-BE49-F238E27FC236}">
                <a16:creationId xmlns:a16="http://schemas.microsoft.com/office/drawing/2014/main" id="{7D7A2BBB-81BB-BFBC-07BF-381FA32F60AF}"/>
              </a:ext>
            </a:extLst>
          </p:cNvPr>
          <p:cNvPicPr>
            <a:picLocks noChangeAspect="1"/>
          </p:cNvPicPr>
          <p:nvPr/>
        </p:nvPicPr>
        <p:blipFill>
          <a:blip r:embed="rId2"/>
          <a:srcRect t="65454" b="1684"/>
          <a:stretch/>
        </p:blipFill>
        <p:spPr>
          <a:xfrm>
            <a:off x="652664" y="3345873"/>
            <a:ext cx="8210378" cy="2253672"/>
          </a:xfrm>
          <a:prstGeom prst="rect">
            <a:avLst/>
          </a:prstGeom>
        </p:spPr>
      </p:pic>
      <p:sp>
        <p:nvSpPr>
          <p:cNvPr id="8" name="제목 1">
            <a:extLst>
              <a:ext uri="{FF2B5EF4-FFF2-40B4-BE49-F238E27FC236}">
                <a16:creationId xmlns:a16="http://schemas.microsoft.com/office/drawing/2014/main" id="{04810726-3240-13E1-D3C4-A315384BE7C5}"/>
              </a:ext>
            </a:extLst>
          </p:cNvPr>
          <p:cNvSpPr>
            <a:spLocks noGrp="1"/>
          </p:cNvSpPr>
          <p:nvPr>
            <p:ph type="title"/>
          </p:nvPr>
        </p:nvSpPr>
        <p:spPr>
          <a:xfrm>
            <a:off x="838200" y="365125"/>
            <a:ext cx="10515600" cy="905663"/>
          </a:xfrm>
        </p:spPr>
        <p:txBody>
          <a:bodyPr/>
          <a:lstStyle/>
          <a:p>
            <a:r>
              <a:rPr lang="en-US" altLang="ko-KR" dirty="0"/>
              <a:t>Approach procedure sequence</a:t>
            </a:r>
            <a:endParaRPr lang="ko-KR" altLang="en-US" dirty="0"/>
          </a:p>
        </p:txBody>
      </p:sp>
    </p:spTree>
    <p:extLst>
      <p:ext uri="{BB962C8B-B14F-4D97-AF65-F5344CB8AC3E}">
        <p14:creationId xmlns:p14="http://schemas.microsoft.com/office/powerpoint/2010/main" val="87190422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430555FD-A5B9-8D53-50B5-A28EF5D57365}"/>
              </a:ext>
            </a:extLst>
          </p:cNvPr>
          <p:cNvSpPr>
            <a:spLocks noGrp="1"/>
          </p:cNvSpPr>
          <p:nvPr>
            <p:ph type="title"/>
          </p:nvPr>
        </p:nvSpPr>
        <p:spPr>
          <a:xfrm>
            <a:off x="0" y="0"/>
            <a:ext cx="10515600" cy="752475"/>
          </a:xfrm>
        </p:spPr>
        <p:txBody>
          <a:bodyPr/>
          <a:lstStyle/>
          <a:p>
            <a:r>
              <a:rPr lang="en-US" altLang="ko-KR" dirty="0"/>
              <a:t>Missed Approach Procedure</a:t>
            </a:r>
            <a:endParaRPr lang="ko-KR" altLang="en-US" dirty="0"/>
          </a:p>
        </p:txBody>
      </p:sp>
      <p:pic>
        <p:nvPicPr>
          <p:cNvPr id="5" name="내용 개체 틀 4">
            <a:extLst>
              <a:ext uri="{FF2B5EF4-FFF2-40B4-BE49-F238E27FC236}">
                <a16:creationId xmlns:a16="http://schemas.microsoft.com/office/drawing/2014/main" id="{1B721EE9-BAA5-5199-A9B4-5802965DC00F}"/>
              </a:ext>
            </a:extLst>
          </p:cNvPr>
          <p:cNvPicPr>
            <a:picLocks noGrp="1" noChangeAspect="1"/>
          </p:cNvPicPr>
          <p:nvPr>
            <p:ph idx="1"/>
          </p:nvPr>
        </p:nvPicPr>
        <p:blipFill>
          <a:blip r:embed="rId3"/>
          <a:stretch>
            <a:fillRect/>
          </a:stretch>
        </p:blipFill>
        <p:spPr>
          <a:xfrm>
            <a:off x="2271841" y="752475"/>
            <a:ext cx="7250850" cy="6013288"/>
          </a:xfrm>
        </p:spPr>
      </p:pic>
      <p:sp>
        <p:nvSpPr>
          <p:cNvPr id="6" name="타원 5">
            <a:extLst>
              <a:ext uri="{FF2B5EF4-FFF2-40B4-BE49-F238E27FC236}">
                <a16:creationId xmlns:a16="http://schemas.microsoft.com/office/drawing/2014/main" id="{85793D5C-1957-D988-A65A-B3ACCD02D9A7}"/>
              </a:ext>
            </a:extLst>
          </p:cNvPr>
          <p:cNvSpPr/>
          <p:nvPr/>
        </p:nvSpPr>
        <p:spPr>
          <a:xfrm>
            <a:off x="5938982" y="2152073"/>
            <a:ext cx="1422400" cy="249382"/>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7" name="타원 6">
            <a:extLst>
              <a:ext uri="{FF2B5EF4-FFF2-40B4-BE49-F238E27FC236}">
                <a16:creationId xmlns:a16="http://schemas.microsoft.com/office/drawing/2014/main" id="{089044BA-D5A0-2845-0185-7C23436BB1F1}"/>
              </a:ext>
            </a:extLst>
          </p:cNvPr>
          <p:cNvSpPr/>
          <p:nvPr/>
        </p:nvSpPr>
        <p:spPr>
          <a:xfrm>
            <a:off x="6650182" y="2410692"/>
            <a:ext cx="711200" cy="249382"/>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 name="타원 7">
            <a:extLst>
              <a:ext uri="{FF2B5EF4-FFF2-40B4-BE49-F238E27FC236}">
                <a16:creationId xmlns:a16="http://schemas.microsoft.com/office/drawing/2014/main" id="{7096AC18-E208-493F-A8D6-E0EE47EDEC97}"/>
              </a:ext>
            </a:extLst>
          </p:cNvPr>
          <p:cNvSpPr/>
          <p:nvPr/>
        </p:nvSpPr>
        <p:spPr>
          <a:xfrm>
            <a:off x="5405582" y="2410692"/>
            <a:ext cx="272473" cy="221672"/>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 name="타원 8">
            <a:extLst>
              <a:ext uri="{FF2B5EF4-FFF2-40B4-BE49-F238E27FC236}">
                <a16:creationId xmlns:a16="http://schemas.microsoft.com/office/drawing/2014/main" id="{F187DC50-9F1A-DC84-3617-976E9D494A51}"/>
              </a:ext>
            </a:extLst>
          </p:cNvPr>
          <p:cNvSpPr/>
          <p:nvPr/>
        </p:nvSpPr>
        <p:spPr>
          <a:xfrm>
            <a:off x="6513945" y="2694483"/>
            <a:ext cx="272473" cy="221672"/>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Tree>
    <p:extLst>
      <p:ext uri="{BB962C8B-B14F-4D97-AF65-F5344CB8AC3E}">
        <p14:creationId xmlns:p14="http://schemas.microsoft.com/office/powerpoint/2010/main" val="308953743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그림 3">
            <a:extLst>
              <a:ext uri="{FF2B5EF4-FFF2-40B4-BE49-F238E27FC236}">
                <a16:creationId xmlns:a16="http://schemas.microsoft.com/office/drawing/2014/main" id="{3712D163-9DBB-9A44-0493-49174FF8D2A1}"/>
              </a:ext>
            </a:extLst>
          </p:cNvPr>
          <p:cNvPicPr>
            <a:picLocks noChangeAspect="1"/>
          </p:cNvPicPr>
          <p:nvPr/>
        </p:nvPicPr>
        <p:blipFill>
          <a:blip r:embed="rId2"/>
          <a:srcRect t="73304" b="-1"/>
          <a:stretch/>
        </p:blipFill>
        <p:spPr>
          <a:xfrm>
            <a:off x="838200" y="4130387"/>
            <a:ext cx="7587574" cy="1830820"/>
          </a:xfrm>
          <a:prstGeom prst="rect">
            <a:avLst/>
          </a:prstGeom>
        </p:spPr>
      </p:pic>
      <p:pic>
        <p:nvPicPr>
          <p:cNvPr id="5" name="그림 4">
            <a:extLst>
              <a:ext uri="{FF2B5EF4-FFF2-40B4-BE49-F238E27FC236}">
                <a16:creationId xmlns:a16="http://schemas.microsoft.com/office/drawing/2014/main" id="{80B528D9-05AA-281D-34A0-3A3506DB6359}"/>
              </a:ext>
            </a:extLst>
          </p:cNvPr>
          <p:cNvPicPr>
            <a:picLocks noChangeAspect="1"/>
          </p:cNvPicPr>
          <p:nvPr/>
        </p:nvPicPr>
        <p:blipFill>
          <a:blip r:embed="rId2"/>
          <a:srcRect b="64040"/>
          <a:stretch/>
        </p:blipFill>
        <p:spPr>
          <a:xfrm>
            <a:off x="838200" y="1825625"/>
            <a:ext cx="7587574" cy="2466109"/>
          </a:xfrm>
          <a:prstGeom prst="rect">
            <a:avLst/>
          </a:prstGeom>
        </p:spPr>
      </p:pic>
      <p:sp>
        <p:nvSpPr>
          <p:cNvPr id="6" name="제목 1">
            <a:extLst>
              <a:ext uri="{FF2B5EF4-FFF2-40B4-BE49-F238E27FC236}">
                <a16:creationId xmlns:a16="http://schemas.microsoft.com/office/drawing/2014/main" id="{16970AF7-6125-8C31-E6E3-4F6647E9F9AA}"/>
              </a:ext>
            </a:extLst>
          </p:cNvPr>
          <p:cNvSpPr>
            <a:spLocks noGrp="1"/>
          </p:cNvSpPr>
          <p:nvPr>
            <p:ph type="title"/>
          </p:nvPr>
        </p:nvSpPr>
        <p:spPr>
          <a:xfrm>
            <a:off x="838200" y="365125"/>
            <a:ext cx="10515600" cy="905663"/>
          </a:xfrm>
        </p:spPr>
        <p:txBody>
          <a:bodyPr/>
          <a:lstStyle/>
          <a:p>
            <a:r>
              <a:rPr lang="en-US" altLang="ko-KR" dirty="0"/>
              <a:t>Enroute procedure sequence</a:t>
            </a:r>
            <a:endParaRPr lang="ko-KR" altLang="en-US" dirty="0"/>
          </a:p>
        </p:txBody>
      </p:sp>
    </p:spTree>
    <p:extLst>
      <p:ext uri="{BB962C8B-B14F-4D97-AF65-F5344CB8AC3E}">
        <p14:creationId xmlns:p14="http://schemas.microsoft.com/office/powerpoint/2010/main" val="67836814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2BF7AE72-F84E-0738-7497-D06A19C5FE3F}"/>
              </a:ext>
            </a:extLst>
          </p:cNvPr>
          <p:cNvSpPr>
            <a:spLocks noGrp="1"/>
          </p:cNvSpPr>
          <p:nvPr>
            <p:ph type="title"/>
          </p:nvPr>
        </p:nvSpPr>
        <p:spPr/>
        <p:txBody>
          <a:bodyPr/>
          <a:lstStyle/>
          <a:p>
            <a:r>
              <a:rPr lang="en-US" altLang="ko-KR" dirty="0"/>
              <a:t>OLS</a:t>
            </a:r>
            <a:endParaRPr lang="ko-KR" altLang="en-US" dirty="0"/>
          </a:p>
        </p:txBody>
      </p:sp>
      <p:pic>
        <p:nvPicPr>
          <p:cNvPr id="5" name="그림 4">
            <a:extLst>
              <a:ext uri="{FF2B5EF4-FFF2-40B4-BE49-F238E27FC236}">
                <a16:creationId xmlns:a16="http://schemas.microsoft.com/office/drawing/2014/main" id="{BEA980D5-8A60-0AFD-0368-D2F7FD76865C}"/>
              </a:ext>
            </a:extLst>
          </p:cNvPr>
          <p:cNvPicPr>
            <a:picLocks noChangeAspect="1"/>
          </p:cNvPicPr>
          <p:nvPr/>
        </p:nvPicPr>
        <p:blipFill>
          <a:blip r:embed="rId2"/>
          <a:stretch>
            <a:fillRect/>
          </a:stretch>
        </p:blipFill>
        <p:spPr>
          <a:xfrm>
            <a:off x="3381162" y="791491"/>
            <a:ext cx="5115639" cy="5496692"/>
          </a:xfrm>
          <a:prstGeom prst="rect">
            <a:avLst/>
          </a:prstGeom>
        </p:spPr>
      </p:pic>
    </p:spTree>
    <p:extLst>
      <p:ext uri="{BB962C8B-B14F-4D97-AF65-F5344CB8AC3E}">
        <p14:creationId xmlns:p14="http://schemas.microsoft.com/office/powerpoint/2010/main" val="348482279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5631161B-F310-C314-F486-404189B2020C}"/>
              </a:ext>
            </a:extLst>
          </p:cNvPr>
          <p:cNvSpPr>
            <a:spLocks noGrp="1"/>
          </p:cNvSpPr>
          <p:nvPr>
            <p:ph type="title"/>
          </p:nvPr>
        </p:nvSpPr>
        <p:spPr/>
        <p:txBody>
          <a:bodyPr/>
          <a:lstStyle/>
          <a:p>
            <a:endParaRPr lang="ko-KR" altLang="en-US"/>
          </a:p>
        </p:txBody>
      </p:sp>
      <p:sp>
        <p:nvSpPr>
          <p:cNvPr id="3" name="내용 개체 틀 2">
            <a:extLst>
              <a:ext uri="{FF2B5EF4-FFF2-40B4-BE49-F238E27FC236}">
                <a16:creationId xmlns:a16="http://schemas.microsoft.com/office/drawing/2014/main" id="{5EE482DF-C097-B3E6-44F6-C823A92D1A8F}"/>
              </a:ext>
            </a:extLst>
          </p:cNvPr>
          <p:cNvSpPr>
            <a:spLocks noGrp="1"/>
          </p:cNvSpPr>
          <p:nvPr>
            <p:ph idx="1"/>
          </p:nvPr>
        </p:nvSpPr>
        <p:spPr/>
        <p:txBody>
          <a:bodyPr/>
          <a:lstStyle/>
          <a:p>
            <a:endParaRPr lang="ko-KR" altLang="en-US"/>
          </a:p>
        </p:txBody>
      </p:sp>
      <p:pic>
        <p:nvPicPr>
          <p:cNvPr id="5" name="그림 4">
            <a:extLst>
              <a:ext uri="{FF2B5EF4-FFF2-40B4-BE49-F238E27FC236}">
                <a16:creationId xmlns:a16="http://schemas.microsoft.com/office/drawing/2014/main" id="{D2009F85-B263-7A0A-46FB-4638DC3326E2}"/>
              </a:ext>
            </a:extLst>
          </p:cNvPr>
          <p:cNvPicPr>
            <a:picLocks noChangeAspect="1"/>
          </p:cNvPicPr>
          <p:nvPr/>
        </p:nvPicPr>
        <p:blipFill>
          <a:blip r:embed="rId2"/>
          <a:stretch>
            <a:fillRect/>
          </a:stretch>
        </p:blipFill>
        <p:spPr>
          <a:xfrm>
            <a:off x="756492" y="461548"/>
            <a:ext cx="10679015" cy="5934903"/>
          </a:xfrm>
          <a:prstGeom prst="rect">
            <a:avLst/>
          </a:prstGeom>
        </p:spPr>
      </p:pic>
    </p:spTree>
    <p:extLst>
      <p:ext uri="{BB962C8B-B14F-4D97-AF65-F5344CB8AC3E}">
        <p14:creationId xmlns:p14="http://schemas.microsoft.com/office/powerpoint/2010/main" val="416974532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B320624C-28E1-8407-BD6E-970F215B213D}"/>
              </a:ext>
            </a:extLst>
          </p:cNvPr>
          <p:cNvSpPr>
            <a:spLocks noGrp="1"/>
          </p:cNvSpPr>
          <p:nvPr>
            <p:ph type="title"/>
          </p:nvPr>
        </p:nvSpPr>
        <p:spPr/>
        <p:txBody>
          <a:bodyPr/>
          <a:lstStyle/>
          <a:p>
            <a:endParaRPr lang="ko-KR" altLang="en-US"/>
          </a:p>
        </p:txBody>
      </p:sp>
      <p:sp>
        <p:nvSpPr>
          <p:cNvPr id="3" name="내용 개체 틀 2">
            <a:extLst>
              <a:ext uri="{FF2B5EF4-FFF2-40B4-BE49-F238E27FC236}">
                <a16:creationId xmlns:a16="http://schemas.microsoft.com/office/drawing/2014/main" id="{F5717B30-99D4-3D72-A1E2-6DF083A422EB}"/>
              </a:ext>
            </a:extLst>
          </p:cNvPr>
          <p:cNvSpPr>
            <a:spLocks noGrp="1"/>
          </p:cNvSpPr>
          <p:nvPr>
            <p:ph idx="1"/>
          </p:nvPr>
        </p:nvSpPr>
        <p:spPr/>
        <p:txBody>
          <a:bodyPr/>
          <a:lstStyle/>
          <a:p>
            <a:r>
              <a:rPr lang="en-US" altLang="ko-KR" dirty="0"/>
              <a:t>H_IAF = </a:t>
            </a:r>
            <a:r>
              <a:rPr lang="en-US" altLang="ko-KR" dirty="0" err="1"/>
              <a:t>h_FAF</a:t>
            </a:r>
            <a:r>
              <a:rPr lang="en-US" altLang="ko-KR" dirty="0"/>
              <a:t>?</a:t>
            </a:r>
          </a:p>
          <a:p>
            <a:r>
              <a:rPr lang="en-US" altLang="ko-KR" dirty="0"/>
              <a:t>RF</a:t>
            </a:r>
            <a:r>
              <a:rPr lang="ko-KR" altLang="en-US" dirty="0"/>
              <a:t> </a:t>
            </a:r>
            <a:r>
              <a:rPr lang="en-US" altLang="ko-KR" dirty="0"/>
              <a:t>transition?</a:t>
            </a:r>
          </a:p>
          <a:p>
            <a:r>
              <a:rPr lang="en-US" altLang="ko-KR" dirty="0"/>
              <a:t>d(VP,FAF) &lt;- </a:t>
            </a:r>
            <a:r>
              <a:rPr lang="en-US" altLang="ko-KR" dirty="0" err="1"/>
              <a:t>h_FAF</a:t>
            </a:r>
            <a:r>
              <a:rPr lang="en-US" altLang="ko-KR" dirty="0"/>
              <a:t>, descent/climb angle</a:t>
            </a:r>
          </a:p>
          <a:p>
            <a:pPr lvl="1"/>
            <a:r>
              <a:rPr lang="en-US" altLang="ko-KR" dirty="0"/>
              <a:t>descent angle : 8, 12 deg</a:t>
            </a:r>
          </a:p>
          <a:p>
            <a:pPr lvl="1"/>
            <a:r>
              <a:rPr lang="en-US" altLang="ko-KR" dirty="0"/>
              <a:t>Climb angle : 8, 12 deg</a:t>
            </a:r>
          </a:p>
          <a:p>
            <a:r>
              <a:rPr lang="en-US" altLang="ko-KR" dirty="0"/>
              <a:t>H_FAF &lt;- geospatial context, corridor altitude</a:t>
            </a:r>
          </a:p>
          <a:p>
            <a:pPr lvl="1"/>
            <a:r>
              <a:rPr lang="en-US" altLang="ko-KR" dirty="0"/>
              <a:t>1,100 ft MSL (NASA X4 simulation)</a:t>
            </a:r>
          </a:p>
          <a:p>
            <a:pPr lvl="1"/>
            <a:r>
              <a:rPr lang="en-US" altLang="ko-KR" dirty="0"/>
              <a:t>H_FAF = 500 ft above VP </a:t>
            </a:r>
          </a:p>
          <a:p>
            <a:r>
              <a:rPr lang="en-US" altLang="ko-KR" dirty="0"/>
              <a:t>Max speed, turn radius -&gt; bank angle</a:t>
            </a:r>
            <a:endParaRPr lang="ko-KR" altLang="en-US" dirty="0"/>
          </a:p>
        </p:txBody>
      </p:sp>
    </p:spTree>
    <p:extLst>
      <p:ext uri="{BB962C8B-B14F-4D97-AF65-F5344CB8AC3E}">
        <p14:creationId xmlns:p14="http://schemas.microsoft.com/office/powerpoint/2010/main" val="223825684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타원 3">
            <a:extLst>
              <a:ext uri="{FF2B5EF4-FFF2-40B4-BE49-F238E27FC236}">
                <a16:creationId xmlns:a16="http://schemas.microsoft.com/office/drawing/2014/main" id="{E27DB2A5-536C-AFB9-F52E-74E8E5610593}"/>
              </a:ext>
            </a:extLst>
          </p:cNvPr>
          <p:cNvSpPr/>
          <p:nvPr/>
        </p:nvSpPr>
        <p:spPr>
          <a:xfrm>
            <a:off x="1058491" y="2227120"/>
            <a:ext cx="2199860" cy="2199860"/>
          </a:xfrm>
          <a:prstGeom prst="ellipse">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 name="타원 4">
            <a:extLst>
              <a:ext uri="{FF2B5EF4-FFF2-40B4-BE49-F238E27FC236}">
                <a16:creationId xmlns:a16="http://schemas.microsoft.com/office/drawing/2014/main" id="{8247EC77-6195-B891-3BA7-35627CCE4292}"/>
              </a:ext>
            </a:extLst>
          </p:cNvPr>
          <p:cNvSpPr/>
          <p:nvPr/>
        </p:nvSpPr>
        <p:spPr>
          <a:xfrm>
            <a:off x="745102" y="1927222"/>
            <a:ext cx="2826159" cy="2826159"/>
          </a:xfrm>
          <a:prstGeom prst="ellipse">
            <a:avLst/>
          </a:prstGeom>
          <a:noFill/>
          <a:ln w="12700">
            <a:solidFill>
              <a:schemeClr val="tx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6" name="타원 5">
            <a:extLst>
              <a:ext uri="{FF2B5EF4-FFF2-40B4-BE49-F238E27FC236}">
                <a16:creationId xmlns:a16="http://schemas.microsoft.com/office/drawing/2014/main" id="{90607447-0A01-35FF-5CB8-B3954F80CC34}"/>
              </a:ext>
            </a:extLst>
          </p:cNvPr>
          <p:cNvSpPr/>
          <p:nvPr/>
        </p:nvSpPr>
        <p:spPr>
          <a:xfrm>
            <a:off x="337612" y="1533902"/>
            <a:ext cx="3627305" cy="3627305"/>
          </a:xfrm>
          <a:prstGeom prst="ellipse">
            <a:avLst/>
          </a:prstGeom>
          <a:noFill/>
          <a:ln w="12700">
            <a:solidFill>
              <a:schemeClr val="tx1"/>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7" name="TextBox 6">
            <a:extLst>
              <a:ext uri="{FF2B5EF4-FFF2-40B4-BE49-F238E27FC236}">
                <a16:creationId xmlns:a16="http://schemas.microsoft.com/office/drawing/2014/main" id="{1DD2D30A-51BD-3F38-6868-34EE27E1560A}"/>
              </a:ext>
            </a:extLst>
          </p:cNvPr>
          <p:cNvSpPr txBox="1"/>
          <p:nvPr/>
        </p:nvSpPr>
        <p:spPr>
          <a:xfrm>
            <a:off x="1602820" y="2241128"/>
            <a:ext cx="1138874" cy="646331"/>
          </a:xfrm>
          <a:prstGeom prst="rect">
            <a:avLst/>
          </a:prstGeom>
          <a:noFill/>
        </p:spPr>
        <p:txBody>
          <a:bodyPr wrap="square" rtlCol="0">
            <a:spAutoFit/>
          </a:bodyPr>
          <a:lstStyle/>
          <a:p>
            <a:pPr algn="ctr"/>
            <a:r>
              <a:rPr lang="en-US" altLang="ko-KR" sz="1200" dirty="0">
                <a:latin typeface="AppleSDGothicNeoM00" panose="02000503000000000000" pitchFamily="2" charset="-127"/>
                <a:ea typeface="AppleSDGothicNeoM00" panose="02000503000000000000" pitchFamily="2" charset="-127"/>
              </a:rPr>
              <a:t>Final </a:t>
            </a:r>
            <a:br>
              <a:rPr lang="en-US" altLang="ko-KR" sz="1200" dirty="0">
                <a:latin typeface="AppleSDGothicNeoM00" panose="02000503000000000000" pitchFamily="2" charset="-127"/>
                <a:ea typeface="AppleSDGothicNeoM00" panose="02000503000000000000" pitchFamily="2" charset="-127"/>
              </a:rPr>
            </a:br>
            <a:r>
              <a:rPr lang="en-US" altLang="ko-KR" sz="1200" dirty="0">
                <a:latin typeface="AppleSDGothicNeoM00" panose="02000503000000000000" pitchFamily="2" charset="-127"/>
                <a:ea typeface="AppleSDGothicNeoM00" panose="02000503000000000000" pitchFamily="2" charset="-127"/>
              </a:rPr>
              <a:t>approach </a:t>
            </a:r>
          </a:p>
          <a:p>
            <a:pPr algn="ctr"/>
            <a:r>
              <a:rPr lang="en-US" altLang="ko-KR" sz="1200" dirty="0">
                <a:latin typeface="AppleSDGothicNeoM00" panose="02000503000000000000" pitchFamily="2" charset="-127"/>
                <a:ea typeface="AppleSDGothicNeoM00" panose="02000503000000000000" pitchFamily="2" charset="-127"/>
              </a:rPr>
              <a:t>ring </a:t>
            </a:r>
            <a:endParaRPr lang="ko-KR" altLang="en-US" sz="1200" dirty="0">
              <a:latin typeface="AppleSDGothicNeoM00" panose="02000503000000000000" pitchFamily="2" charset="-127"/>
              <a:ea typeface="AppleSDGothicNeoM00" panose="02000503000000000000" pitchFamily="2" charset="-127"/>
            </a:endParaRPr>
          </a:p>
        </p:txBody>
      </p:sp>
      <p:sp>
        <p:nvSpPr>
          <p:cNvPr id="8" name="TextBox 7">
            <a:extLst>
              <a:ext uri="{FF2B5EF4-FFF2-40B4-BE49-F238E27FC236}">
                <a16:creationId xmlns:a16="http://schemas.microsoft.com/office/drawing/2014/main" id="{6A9856FD-9AFF-9855-5B42-4E2671AE194A}"/>
              </a:ext>
            </a:extLst>
          </p:cNvPr>
          <p:cNvSpPr txBox="1"/>
          <p:nvPr/>
        </p:nvSpPr>
        <p:spPr>
          <a:xfrm>
            <a:off x="1427040" y="1517559"/>
            <a:ext cx="1432812" cy="461665"/>
          </a:xfrm>
          <a:prstGeom prst="rect">
            <a:avLst/>
          </a:prstGeom>
          <a:noFill/>
        </p:spPr>
        <p:txBody>
          <a:bodyPr wrap="square" rtlCol="0">
            <a:spAutoFit/>
          </a:bodyPr>
          <a:lstStyle/>
          <a:p>
            <a:pPr algn="ctr"/>
            <a:r>
              <a:rPr lang="en-US" altLang="ko-KR" sz="1200" dirty="0">
                <a:latin typeface="AppleSDGothicNeoM00" panose="02000503000000000000" pitchFamily="2" charset="-127"/>
                <a:ea typeface="AppleSDGothicNeoM00" panose="02000503000000000000" pitchFamily="2" charset="-127"/>
              </a:rPr>
              <a:t>Holding </a:t>
            </a:r>
            <a:br>
              <a:rPr lang="en-US" altLang="ko-KR" sz="1200" dirty="0">
                <a:latin typeface="AppleSDGothicNeoM00" panose="02000503000000000000" pitchFamily="2" charset="-127"/>
                <a:ea typeface="AppleSDGothicNeoM00" panose="02000503000000000000" pitchFamily="2" charset="-127"/>
              </a:rPr>
            </a:br>
            <a:r>
              <a:rPr lang="en-US" altLang="ko-KR" sz="1200" dirty="0">
                <a:latin typeface="AppleSDGothicNeoM00" panose="02000503000000000000" pitchFamily="2" charset="-127"/>
                <a:ea typeface="AppleSDGothicNeoM00" panose="02000503000000000000" pitchFamily="2" charset="-127"/>
              </a:rPr>
              <a:t>ring </a:t>
            </a:r>
            <a:endParaRPr lang="ko-KR" altLang="en-US" sz="1200" dirty="0">
              <a:latin typeface="AppleSDGothicNeoM00" panose="02000503000000000000" pitchFamily="2" charset="-127"/>
              <a:ea typeface="AppleSDGothicNeoM00" panose="02000503000000000000" pitchFamily="2" charset="-127"/>
            </a:endParaRPr>
          </a:p>
        </p:txBody>
      </p:sp>
      <p:sp>
        <p:nvSpPr>
          <p:cNvPr id="9" name="TextBox 8">
            <a:extLst>
              <a:ext uri="{FF2B5EF4-FFF2-40B4-BE49-F238E27FC236}">
                <a16:creationId xmlns:a16="http://schemas.microsoft.com/office/drawing/2014/main" id="{20BF0F8A-0FBF-B53D-31BF-511B8049DEEB}"/>
              </a:ext>
            </a:extLst>
          </p:cNvPr>
          <p:cNvSpPr txBox="1"/>
          <p:nvPr/>
        </p:nvSpPr>
        <p:spPr>
          <a:xfrm>
            <a:off x="1933892" y="3147042"/>
            <a:ext cx="467472" cy="215444"/>
          </a:xfrm>
          <a:prstGeom prst="rect">
            <a:avLst/>
          </a:prstGeom>
          <a:noFill/>
        </p:spPr>
        <p:txBody>
          <a:bodyPr wrap="square" rtlCol="0">
            <a:spAutoFit/>
          </a:bodyPr>
          <a:lstStyle/>
          <a:p>
            <a:pPr algn="ctr"/>
            <a:r>
              <a:rPr lang="en-US" altLang="ko-KR" sz="800" dirty="0">
                <a:solidFill>
                  <a:srgbClr val="3101FF"/>
                </a:solidFill>
                <a:latin typeface="AppleSDGothicNeoM00" panose="02000503000000000000" pitchFamily="2" charset="-127"/>
                <a:ea typeface="AppleSDGothicNeoM00" panose="02000503000000000000" pitchFamily="2" charset="-127"/>
              </a:rPr>
              <a:t>FATO</a:t>
            </a:r>
            <a:endParaRPr lang="ko-KR" altLang="en-US" sz="800" dirty="0">
              <a:solidFill>
                <a:srgbClr val="3101FF"/>
              </a:solidFill>
              <a:latin typeface="AppleSDGothicNeoM00" panose="02000503000000000000" pitchFamily="2" charset="-127"/>
              <a:ea typeface="AppleSDGothicNeoM00" panose="02000503000000000000" pitchFamily="2" charset="-127"/>
            </a:endParaRPr>
          </a:p>
        </p:txBody>
      </p:sp>
      <p:sp>
        <p:nvSpPr>
          <p:cNvPr id="10" name="TextBox 9">
            <a:extLst>
              <a:ext uri="{FF2B5EF4-FFF2-40B4-BE49-F238E27FC236}">
                <a16:creationId xmlns:a16="http://schemas.microsoft.com/office/drawing/2014/main" id="{9AE4D8C6-43A3-C845-6749-4504466CCCF3}"/>
              </a:ext>
            </a:extLst>
          </p:cNvPr>
          <p:cNvSpPr txBox="1"/>
          <p:nvPr/>
        </p:nvSpPr>
        <p:spPr>
          <a:xfrm>
            <a:off x="2402465" y="3154737"/>
            <a:ext cx="519459" cy="200055"/>
          </a:xfrm>
          <a:prstGeom prst="rect">
            <a:avLst/>
          </a:prstGeom>
          <a:noFill/>
        </p:spPr>
        <p:txBody>
          <a:bodyPr wrap="square" rtlCol="0">
            <a:spAutoFit/>
          </a:bodyPr>
          <a:lstStyle/>
          <a:p>
            <a:pPr algn="ctr"/>
            <a:r>
              <a:rPr lang="en-US" altLang="ko-KR" sz="700" dirty="0">
                <a:latin typeface="AppleSDGothicNeoM00" panose="02000503000000000000" pitchFamily="2" charset="-127"/>
                <a:ea typeface="AppleSDGothicNeoM00" panose="02000503000000000000" pitchFamily="2" charset="-127"/>
              </a:rPr>
              <a:t>1</a:t>
            </a:r>
            <a:r>
              <a:rPr lang="ko-KR" altLang="en-US" sz="700" dirty="0">
                <a:latin typeface="AppleSDGothicNeoM00" panose="02000503000000000000" pitchFamily="2" charset="-127"/>
                <a:ea typeface="AppleSDGothicNeoM00" panose="02000503000000000000" pitchFamily="2" charset="-127"/>
              </a:rPr>
              <a:t>구간</a:t>
            </a:r>
          </a:p>
        </p:txBody>
      </p:sp>
      <p:sp>
        <p:nvSpPr>
          <p:cNvPr id="11" name="TextBox 10">
            <a:extLst>
              <a:ext uri="{FF2B5EF4-FFF2-40B4-BE49-F238E27FC236}">
                <a16:creationId xmlns:a16="http://schemas.microsoft.com/office/drawing/2014/main" id="{D2754E64-B2B6-1C22-4836-03F710977DFE}"/>
              </a:ext>
            </a:extLst>
          </p:cNvPr>
          <p:cNvSpPr txBox="1"/>
          <p:nvPr/>
        </p:nvSpPr>
        <p:spPr>
          <a:xfrm rot="2700000">
            <a:off x="3473304" y="3464317"/>
            <a:ext cx="435486" cy="200055"/>
          </a:xfrm>
          <a:prstGeom prst="rect">
            <a:avLst/>
          </a:prstGeom>
          <a:noFill/>
        </p:spPr>
        <p:txBody>
          <a:bodyPr wrap="square" rtlCol="0">
            <a:spAutoFit/>
          </a:bodyPr>
          <a:lstStyle/>
          <a:p>
            <a:pPr algn="ctr"/>
            <a:r>
              <a:rPr lang="en-US" altLang="ko-KR" sz="700" dirty="0">
                <a:latin typeface="AppleSDGothicNeoM00" panose="02000503000000000000" pitchFamily="2" charset="-127"/>
                <a:ea typeface="AppleSDGothicNeoM00" panose="02000503000000000000" pitchFamily="2" charset="-127"/>
              </a:rPr>
              <a:t>2</a:t>
            </a:r>
            <a:r>
              <a:rPr lang="ko-KR" altLang="en-US" sz="700" dirty="0">
                <a:latin typeface="AppleSDGothicNeoM00" panose="02000503000000000000" pitchFamily="2" charset="-127"/>
                <a:ea typeface="AppleSDGothicNeoM00" panose="02000503000000000000" pitchFamily="2" charset="-127"/>
              </a:rPr>
              <a:t>구간</a:t>
            </a:r>
          </a:p>
        </p:txBody>
      </p:sp>
      <p:sp>
        <p:nvSpPr>
          <p:cNvPr id="12" name="TextBox 11">
            <a:extLst>
              <a:ext uri="{FF2B5EF4-FFF2-40B4-BE49-F238E27FC236}">
                <a16:creationId xmlns:a16="http://schemas.microsoft.com/office/drawing/2014/main" id="{F1ED0814-4BDC-6AA3-7FAA-3C63B0972C0A}"/>
              </a:ext>
            </a:extLst>
          </p:cNvPr>
          <p:cNvSpPr txBox="1"/>
          <p:nvPr/>
        </p:nvSpPr>
        <p:spPr>
          <a:xfrm rot="18506449">
            <a:off x="3539286" y="4397269"/>
            <a:ext cx="392880" cy="184666"/>
          </a:xfrm>
          <a:prstGeom prst="rect">
            <a:avLst/>
          </a:prstGeom>
          <a:noFill/>
        </p:spPr>
        <p:txBody>
          <a:bodyPr wrap="square" rtlCol="0">
            <a:spAutoFit/>
          </a:bodyPr>
          <a:lstStyle/>
          <a:p>
            <a:pPr algn="ctr"/>
            <a:r>
              <a:rPr lang="en-US" altLang="ko-KR" sz="600" dirty="0">
                <a:latin typeface="AppleSDGothicNeoM00" panose="02000503000000000000" pitchFamily="2" charset="-127"/>
                <a:ea typeface="AppleSDGothicNeoM00" panose="02000503000000000000" pitchFamily="2" charset="-127"/>
              </a:rPr>
              <a:t>3</a:t>
            </a:r>
            <a:r>
              <a:rPr lang="ko-KR" altLang="en-US" sz="600" dirty="0">
                <a:latin typeface="AppleSDGothicNeoM00" panose="02000503000000000000" pitchFamily="2" charset="-127"/>
                <a:ea typeface="AppleSDGothicNeoM00" panose="02000503000000000000" pitchFamily="2" charset="-127"/>
              </a:rPr>
              <a:t>구간</a:t>
            </a:r>
          </a:p>
        </p:txBody>
      </p:sp>
      <p:sp>
        <p:nvSpPr>
          <p:cNvPr id="13" name="원호 12">
            <a:extLst>
              <a:ext uri="{FF2B5EF4-FFF2-40B4-BE49-F238E27FC236}">
                <a16:creationId xmlns:a16="http://schemas.microsoft.com/office/drawing/2014/main" id="{14E30935-5944-F197-52E0-FD93FB6D5A66}"/>
              </a:ext>
            </a:extLst>
          </p:cNvPr>
          <p:cNvSpPr/>
          <p:nvPr/>
        </p:nvSpPr>
        <p:spPr>
          <a:xfrm rot="5400000">
            <a:off x="342450" y="1538744"/>
            <a:ext cx="3646144" cy="3598788"/>
          </a:xfrm>
          <a:prstGeom prst="arc">
            <a:avLst>
              <a:gd name="adj1" fmla="val 17606385"/>
              <a:gd name="adj2" fmla="val 19030461"/>
            </a:avLst>
          </a:prstGeom>
          <a:noFill/>
          <a:ln w="127000">
            <a:solidFill>
              <a:srgbClr val="FFFF00">
                <a:alpha val="47000"/>
              </a:srgbClr>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ko-KR" altLang="en-US"/>
          </a:p>
        </p:txBody>
      </p:sp>
      <p:cxnSp>
        <p:nvCxnSpPr>
          <p:cNvPr id="14" name="직선 연결선 13">
            <a:extLst>
              <a:ext uri="{FF2B5EF4-FFF2-40B4-BE49-F238E27FC236}">
                <a16:creationId xmlns:a16="http://schemas.microsoft.com/office/drawing/2014/main" id="{47A6F87B-ED02-50FD-1A38-DFD3F1A6360F}"/>
              </a:ext>
            </a:extLst>
          </p:cNvPr>
          <p:cNvCxnSpPr>
            <a:cxnSpLocks/>
          </p:cNvCxnSpPr>
          <p:nvPr/>
        </p:nvCxnSpPr>
        <p:spPr>
          <a:xfrm>
            <a:off x="2158181" y="3324851"/>
            <a:ext cx="1090364" cy="24815"/>
          </a:xfrm>
          <a:prstGeom prst="line">
            <a:avLst/>
          </a:prstGeom>
          <a:ln w="101600">
            <a:solidFill>
              <a:srgbClr val="FFFF00">
                <a:alpha val="50000"/>
              </a:srgbClr>
            </a:solidFill>
          </a:ln>
        </p:spPr>
        <p:style>
          <a:lnRef idx="2">
            <a:schemeClr val="accent1"/>
          </a:lnRef>
          <a:fillRef idx="0">
            <a:schemeClr val="accent1"/>
          </a:fillRef>
          <a:effectRef idx="1">
            <a:schemeClr val="accent1"/>
          </a:effectRef>
          <a:fontRef idx="minor">
            <a:schemeClr val="tx1"/>
          </a:fontRef>
        </p:style>
      </p:cxnSp>
      <p:sp>
        <p:nvSpPr>
          <p:cNvPr id="15" name="원호 14">
            <a:extLst>
              <a:ext uri="{FF2B5EF4-FFF2-40B4-BE49-F238E27FC236}">
                <a16:creationId xmlns:a16="http://schemas.microsoft.com/office/drawing/2014/main" id="{1B63A556-D0C1-D434-3EAA-B9F97018E6A7}"/>
              </a:ext>
            </a:extLst>
          </p:cNvPr>
          <p:cNvSpPr/>
          <p:nvPr/>
        </p:nvSpPr>
        <p:spPr>
          <a:xfrm>
            <a:off x="2808917" y="3354523"/>
            <a:ext cx="817806" cy="743339"/>
          </a:xfrm>
          <a:prstGeom prst="arc">
            <a:avLst>
              <a:gd name="adj1" fmla="val 16655443"/>
              <a:gd name="adj2" fmla="val 19669435"/>
            </a:avLst>
          </a:prstGeom>
          <a:ln w="101600">
            <a:solidFill>
              <a:srgbClr val="FFC000">
                <a:alpha val="50000"/>
              </a:srgbClr>
            </a:solidFill>
            <a:prstDash val="solid"/>
          </a:ln>
        </p:spPr>
        <p:style>
          <a:lnRef idx="1">
            <a:schemeClr val="dk1"/>
          </a:lnRef>
          <a:fillRef idx="0">
            <a:schemeClr val="dk1"/>
          </a:fillRef>
          <a:effectRef idx="0">
            <a:schemeClr val="dk1"/>
          </a:effectRef>
          <a:fontRef idx="minor">
            <a:schemeClr val="tx1"/>
          </a:fontRef>
        </p:style>
        <p:txBody>
          <a:bodyPr rtlCol="0" anchor="ctr"/>
          <a:lstStyle/>
          <a:p>
            <a:pPr algn="ctr"/>
            <a:endParaRPr lang="ko-KR" altLang="en-US"/>
          </a:p>
        </p:txBody>
      </p:sp>
      <p:sp>
        <p:nvSpPr>
          <p:cNvPr id="16" name="원호 15">
            <a:extLst>
              <a:ext uri="{FF2B5EF4-FFF2-40B4-BE49-F238E27FC236}">
                <a16:creationId xmlns:a16="http://schemas.microsoft.com/office/drawing/2014/main" id="{BA97E4C8-57FA-E9A4-476A-00C1B674544F}"/>
              </a:ext>
            </a:extLst>
          </p:cNvPr>
          <p:cNvSpPr/>
          <p:nvPr/>
        </p:nvSpPr>
        <p:spPr>
          <a:xfrm rot="3047426">
            <a:off x="879383" y="2954508"/>
            <a:ext cx="3000144" cy="3000144"/>
          </a:xfrm>
          <a:prstGeom prst="arc">
            <a:avLst>
              <a:gd name="adj1" fmla="val 16209912"/>
              <a:gd name="adj2" fmla="val 17596428"/>
            </a:avLst>
          </a:prstGeom>
          <a:ln w="101600">
            <a:solidFill>
              <a:srgbClr val="FFC000">
                <a:alpha val="50000"/>
              </a:srgbClr>
            </a:solidFill>
            <a:prstDash val="solid"/>
          </a:ln>
        </p:spPr>
        <p:style>
          <a:lnRef idx="1">
            <a:schemeClr val="dk1"/>
          </a:lnRef>
          <a:fillRef idx="0">
            <a:schemeClr val="dk1"/>
          </a:fillRef>
          <a:effectRef idx="0">
            <a:schemeClr val="dk1"/>
          </a:effectRef>
          <a:fontRef idx="minor">
            <a:schemeClr val="tx1"/>
          </a:fontRef>
        </p:style>
        <p:txBody>
          <a:bodyPr rtlCol="0" anchor="ctr"/>
          <a:lstStyle/>
          <a:p>
            <a:pPr algn="ctr"/>
            <a:endParaRPr lang="ko-KR" altLang="en-US"/>
          </a:p>
        </p:txBody>
      </p:sp>
      <p:grpSp>
        <p:nvGrpSpPr>
          <p:cNvPr id="17" name="그룹 16">
            <a:extLst>
              <a:ext uri="{FF2B5EF4-FFF2-40B4-BE49-F238E27FC236}">
                <a16:creationId xmlns:a16="http://schemas.microsoft.com/office/drawing/2014/main" id="{973DCBC4-9979-E78C-EBFE-72BC7C278E04}"/>
              </a:ext>
            </a:extLst>
          </p:cNvPr>
          <p:cNvGrpSpPr/>
          <p:nvPr/>
        </p:nvGrpSpPr>
        <p:grpSpPr>
          <a:xfrm rot="5400000">
            <a:off x="877565" y="2939626"/>
            <a:ext cx="3000144" cy="3000144"/>
            <a:chOff x="2651820" y="1798634"/>
            <a:chExt cx="3000144" cy="3000144"/>
          </a:xfrm>
        </p:grpSpPr>
        <p:sp>
          <p:nvSpPr>
            <p:cNvPr id="18" name="원호 17">
              <a:extLst>
                <a:ext uri="{FF2B5EF4-FFF2-40B4-BE49-F238E27FC236}">
                  <a16:creationId xmlns:a16="http://schemas.microsoft.com/office/drawing/2014/main" id="{025AA869-BEC8-3AF5-169A-C3ADD4CF1108}"/>
                </a:ext>
              </a:extLst>
            </p:cNvPr>
            <p:cNvSpPr/>
            <p:nvPr/>
          </p:nvSpPr>
          <p:spPr>
            <a:xfrm rot="16200000">
              <a:off x="3023781" y="2087955"/>
              <a:ext cx="817806" cy="743339"/>
            </a:xfrm>
            <a:prstGeom prst="arc">
              <a:avLst>
                <a:gd name="adj1" fmla="val 16200000"/>
                <a:gd name="adj2" fmla="val 19578583"/>
              </a:avLst>
            </a:prstGeom>
            <a:ln>
              <a:solidFill>
                <a:srgbClr val="3101FF"/>
              </a:solidFill>
              <a:prstDash val="sysDot"/>
            </a:ln>
          </p:spPr>
          <p:style>
            <a:lnRef idx="1">
              <a:schemeClr val="dk1"/>
            </a:lnRef>
            <a:fillRef idx="0">
              <a:schemeClr val="dk1"/>
            </a:fillRef>
            <a:effectRef idx="0">
              <a:schemeClr val="dk1"/>
            </a:effectRef>
            <a:fontRef idx="minor">
              <a:schemeClr val="tx1"/>
            </a:fontRef>
          </p:style>
          <p:txBody>
            <a:bodyPr rtlCol="0" anchor="ctr"/>
            <a:lstStyle/>
            <a:p>
              <a:pPr algn="ctr"/>
              <a:endParaRPr lang="ko-KR" altLang="en-US"/>
            </a:p>
          </p:txBody>
        </p:sp>
        <p:cxnSp>
          <p:nvCxnSpPr>
            <p:cNvPr id="19" name="직선 연결선 18">
              <a:extLst>
                <a:ext uri="{FF2B5EF4-FFF2-40B4-BE49-F238E27FC236}">
                  <a16:creationId xmlns:a16="http://schemas.microsoft.com/office/drawing/2014/main" id="{2464E891-888E-6E65-EB6D-90391FD2BE0B}"/>
                </a:ext>
              </a:extLst>
            </p:cNvPr>
            <p:cNvCxnSpPr>
              <a:cxnSpLocks/>
            </p:cNvCxnSpPr>
            <p:nvPr/>
          </p:nvCxnSpPr>
          <p:spPr>
            <a:xfrm flipV="1">
              <a:off x="3061253" y="2411896"/>
              <a:ext cx="0" cy="1113182"/>
            </a:xfrm>
            <a:prstGeom prst="line">
              <a:avLst/>
            </a:prstGeom>
            <a:ln>
              <a:solidFill>
                <a:srgbClr val="3101FF"/>
              </a:solidFill>
              <a:prstDash val="sysDot"/>
            </a:ln>
          </p:spPr>
          <p:style>
            <a:lnRef idx="2">
              <a:schemeClr val="dk1"/>
            </a:lnRef>
            <a:fillRef idx="0">
              <a:schemeClr val="dk1"/>
            </a:fillRef>
            <a:effectRef idx="1">
              <a:schemeClr val="dk1"/>
            </a:effectRef>
            <a:fontRef idx="minor">
              <a:schemeClr val="tx1"/>
            </a:fontRef>
          </p:style>
        </p:cxnSp>
        <p:sp>
          <p:nvSpPr>
            <p:cNvPr id="20" name="원호 19">
              <a:extLst>
                <a:ext uri="{FF2B5EF4-FFF2-40B4-BE49-F238E27FC236}">
                  <a16:creationId xmlns:a16="http://schemas.microsoft.com/office/drawing/2014/main" id="{296510AC-6791-8E19-8E0F-14397BB85CA0}"/>
                </a:ext>
              </a:extLst>
            </p:cNvPr>
            <p:cNvSpPr/>
            <p:nvPr/>
          </p:nvSpPr>
          <p:spPr>
            <a:xfrm rot="19275487">
              <a:off x="2651820" y="1798634"/>
              <a:ext cx="3000144" cy="3000144"/>
            </a:xfrm>
            <a:prstGeom prst="arc">
              <a:avLst>
                <a:gd name="adj1" fmla="val 16200000"/>
                <a:gd name="adj2" fmla="val 17619969"/>
              </a:avLst>
            </a:prstGeom>
            <a:ln>
              <a:solidFill>
                <a:srgbClr val="3101FF"/>
              </a:solidFill>
              <a:prstDash val="sysDot"/>
            </a:ln>
          </p:spPr>
          <p:style>
            <a:lnRef idx="1">
              <a:schemeClr val="dk1"/>
            </a:lnRef>
            <a:fillRef idx="0">
              <a:schemeClr val="dk1"/>
            </a:fillRef>
            <a:effectRef idx="0">
              <a:schemeClr val="dk1"/>
            </a:effectRef>
            <a:fontRef idx="minor">
              <a:schemeClr val="tx1"/>
            </a:fontRef>
          </p:style>
          <p:txBody>
            <a:bodyPr rtlCol="0" anchor="ctr"/>
            <a:lstStyle/>
            <a:p>
              <a:pPr algn="ctr"/>
              <a:endParaRPr lang="ko-KR" altLang="en-US"/>
            </a:p>
          </p:txBody>
        </p:sp>
      </p:grpSp>
      <p:cxnSp>
        <p:nvCxnSpPr>
          <p:cNvPr id="21" name="직선 연결선 20">
            <a:extLst>
              <a:ext uri="{FF2B5EF4-FFF2-40B4-BE49-F238E27FC236}">
                <a16:creationId xmlns:a16="http://schemas.microsoft.com/office/drawing/2014/main" id="{73D176FF-F102-41D5-68E7-84360260AF8F}"/>
              </a:ext>
            </a:extLst>
          </p:cNvPr>
          <p:cNvCxnSpPr>
            <a:cxnSpLocks/>
          </p:cNvCxnSpPr>
          <p:nvPr/>
        </p:nvCxnSpPr>
        <p:spPr>
          <a:xfrm>
            <a:off x="2162180" y="6413158"/>
            <a:ext cx="1096171" cy="8010"/>
          </a:xfrm>
          <a:prstGeom prst="line">
            <a:avLst/>
          </a:prstGeom>
          <a:ln>
            <a:headEnd type="diamond" w="med" len="med"/>
            <a:tailEnd type="diamond" w="med" len="med"/>
          </a:ln>
        </p:spPr>
        <p:style>
          <a:lnRef idx="2">
            <a:schemeClr val="accent1"/>
          </a:lnRef>
          <a:fillRef idx="0">
            <a:schemeClr val="accent1"/>
          </a:fillRef>
          <a:effectRef idx="1">
            <a:schemeClr val="accent1"/>
          </a:effectRef>
          <a:fontRef idx="minor">
            <a:schemeClr val="tx1"/>
          </a:fontRef>
        </p:style>
      </p:cxnSp>
      <p:cxnSp>
        <p:nvCxnSpPr>
          <p:cNvPr id="22" name="직선 연결선 21">
            <a:extLst>
              <a:ext uri="{FF2B5EF4-FFF2-40B4-BE49-F238E27FC236}">
                <a16:creationId xmlns:a16="http://schemas.microsoft.com/office/drawing/2014/main" id="{08399C4F-A347-FF74-913E-054A6C602EF8}"/>
              </a:ext>
            </a:extLst>
          </p:cNvPr>
          <p:cNvCxnSpPr>
            <a:cxnSpLocks/>
          </p:cNvCxnSpPr>
          <p:nvPr/>
        </p:nvCxnSpPr>
        <p:spPr>
          <a:xfrm>
            <a:off x="3258351" y="6413158"/>
            <a:ext cx="312910" cy="0"/>
          </a:xfrm>
          <a:prstGeom prst="line">
            <a:avLst/>
          </a:prstGeom>
          <a:ln>
            <a:headEnd type="diamond" w="med" len="med"/>
            <a:tailEnd type="diamond" w="med" len="med"/>
          </a:ln>
        </p:spPr>
        <p:style>
          <a:lnRef idx="2">
            <a:schemeClr val="accent1"/>
          </a:lnRef>
          <a:fillRef idx="0">
            <a:schemeClr val="accent1"/>
          </a:fillRef>
          <a:effectRef idx="1">
            <a:schemeClr val="accent1"/>
          </a:effectRef>
          <a:fontRef idx="minor">
            <a:schemeClr val="tx1"/>
          </a:fontRef>
        </p:style>
      </p:cxnSp>
      <p:cxnSp>
        <p:nvCxnSpPr>
          <p:cNvPr id="23" name="직선 연결선 22">
            <a:extLst>
              <a:ext uri="{FF2B5EF4-FFF2-40B4-BE49-F238E27FC236}">
                <a16:creationId xmlns:a16="http://schemas.microsoft.com/office/drawing/2014/main" id="{BBEE140D-9A70-8807-B416-DF8538C17873}"/>
              </a:ext>
            </a:extLst>
          </p:cNvPr>
          <p:cNvCxnSpPr>
            <a:cxnSpLocks/>
          </p:cNvCxnSpPr>
          <p:nvPr/>
        </p:nvCxnSpPr>
        <p:spPr>
          <a:xfrm>
            <a:off x="3564105" y="6413158"/>
            <a:ext cx="349955" cy="0"/>
          </a:xfrm>
          <a:prstGeom prst="line">
            <a:avLst/>
          </a:prstGeom>
          <a:ln>
            <a:headEnd type="diamond" w="med" len="med"/>
            <a:tailEnd type="diamond" w="med" len="med"/>
          </a:ln>
        </p:spPr>
        <p:style>
          <a:lnRef idx="2">
            <a:schemeClr val="accent1"/>
          </a:lnRef>
          <a:fillRef idx="0">
            <a:schemeClr val="accent1"/>
          </a:fillRef>
          <a:effectRef idx="1">
            <a:schemeClr val="accent1"/>
          </a:effectRef>
          <a:fontRef idx="minor">
            <a:schemeClr val="tx1"/>
          </a:fontRef>
        </p:style>
      </p:cxnSp>
      <p:cxnSp>
        <p:nvCxnSpPr>
          <p:cNvPr id="24" name="직선 연결선 23">
            <a:extLst>
              <a:ext uri="{FF2B5EF4-FFF2-40B4-BE49-F238E27FC236}">
                <a16:creationId xmlns:a16="http://schemas.microsoft.com/office/drawing/2014/main" id="{43C0837E-B9BE-D2E9-B493-6BE31088A8F6}"/>
              </a:ext>
            </a:extLst>
          </p:cNvPr>
          <p:cNvCxnSpPr>
            <a:cxnSpLocks/>
          </p:cNvCxnSpPr>
          <p:nvPr/>
        </p:nvCxnSpPr>
        <p:spPr>
          <a:xfrm>
            <a:off x="2160455" y="6417221"/>
            <a:ext cx="6916" cy="284628"/>
          </a:xfrm>
          <a:prstGeom prst="line">
            <a:avLst/>
          </a:prstGeom>
          <a:ln>
            <a:headEnd type="diamond" w="med" len="med"/>
            <a:tailEnd type="diamond" w="med" len="med"/>
          </a:ln>
        </p:spPr>
        <p:style>
          <a:lnRef idx="2">
            <a:schemeClr val="accent1"/>
          </a:lnRef>
          <a:fillRef idx="0">
            <a:schemeClr val="accent1"/>
          </a:fillRef>
          <a:effectRef idx="1">
            <a:schemeClr val="accent1"/>
          </a:effectRef>
          <a:fontRef idx="minor">
            <a:schemeClr val="tx1"/>
          </a:fontRef>
        </p:style>
      </p:cxnSp>
      <p:cxnSp>
        <p:nvCxnSpPr>
          <p:cNvPr id="25" name="직선 연결선 24">
            <a:extLst>
              <a:ext uri="{FF2B5EF4-FFF2-40B4-BE49-F238E27FC236}">
                <a16:creationId xmlns:a16="http://schemas.microsoft.com/office/drawing/2014/main" id="{1356A26F-5665-8E9C-1813-15CC1DE1B925}"/>
              </a:ext>
            </a:extLst>
          </p:cNvPr>
          <p:cNvCxnSpPr>
            <a:cxnSpLocks/>
          </p:cNvCxnSpPr>
          <p:nvPr/>
        </p:nvCxnSpPr>
        <p:spPr>
          <a:xfrm>
            <a:off x="3258351" y="6047701"/>
            <a:ext cx="0" cy="373467"/>
          </a:xfrm>
          <a:prstGeom prst="line">
            <a:avLst/>
          </a:prstGeom>
          <a:ln>
            <a:headEnd type="diamond" w="med" len="med"/>
            <a:tailEnd type="diamond" w="med" len="med"/>
          </a:ln>
        </p:spPr>
        <p:style>
          <a:lnRef idx="2">
            <a:schemeClr val="accent1"/>
          </a:lnRef>
          <a:fillRef idx="0">
            <a:schemeClr val="accent1"/>
          </a:fillRef>
          <a:effectRef idx="1">
            <a:schemeClr val="accent1"/>
          </a:effectRef>
          <a:fontRef idx="minor">
            <a:schemeClr val="tx1"/>
          </a:fontRef>
        </p:style>
      </p:cxnSp>
      <p:cxnSp>
        <p:nvCxnSpPr>
          <p:cNvPr id="26" name="직선 연결선 25">
            <a:extLst>
              <a:ext uri="{FF2B5EF4-FFF2-40B4-BE49-F238E27FC236}">
                <a16:creationId xmlns:a16="http://schemas.microsoft.com/office/drawing/2014/main" id="{C8C1DBB0-B5EE-A8A8-7064-CB643CD982C2}"/>
              </a:ext>
            </a:extLst>
          </p:cNvPr>
          <p:cNvCxnSpPr>
            <a:cxnSpLocks/>
          </p:cNvCxnSpPr>
          <p:nvPr/>
        </p:nvCxnSpPr>
        <p:spPr>
          <a:xfrm>
            <a:off x="3567350" y="5864093"/>
            <a:ext cx="0" cy="557075"/>
          </a:xfrm>
          <a:prstGeom prst="line">
            <a:avLst/>
          </a:prstGeom>
          <a:ln>
            <a:headEnd type="diamond" w="med" len="med"/>
            <a:tailEnd type="diamond" w="med" len="med"/>
          </a:ln>
        </p:spPr>
        <p:style>
          <a:lnRef idx="2">
            <a:schemeClr val="accent1"/>
          </a:lnRef>
          <a:fillRef idx="0">
            <a:schemeClr val="accent1"/>
          </a:fillRef>
          <a:effectRef idx="1">
            <a:schemeClr val="accent1"/>
          </a:effectRef>
          <a:fontRef idx="minor">
            <a:schemeClr val="tx1"/>
          </a:fontRef>
        </p:style>
      </p:cxnSp>
      <p:cxnSp>
        <p:nvCxnSpPr>
          <p:cNvPr id="27" name="직선 연결선 26">
            <a:extLst>
              <a:ext uri="{FF2B5EF4-FFF2-40B4-BE49-F238E27FC236}">
                <a16:creationId xmlns:a16="http://schemas.microsoft.com/office/drawing/2014/main" id="{7469DFAC-8EA0-D428-BDA5-9F1F4D5D2579}"/>
              </a:ext>
            </a:extLst>
          </p:cNvPr>
          <p:cNvCxnSpPr>
            <a:cxnSpLocks/>
          </p:cNvCxnSpPr>
          <p:nvPr/>
        </p:nvCxnSpPr>
        <p:spPr>
          <a:xfrm flipV="1">
            <a:off x="2151265" y="6047701"/>
            <a:ext cx="1107086" cy="365457"/>
          </a:xfrm>
          <a:prstGeom prst="line">
            <a:avLst/>
          </a:prstGeom>
        </p:spPr>
        <p:style>
          <a:lnRef idx="2">
            <a:schemeClr val="accent1"/>
          </a:lnRef>
          <a:fillRef idx="0">
            <a:schemeClr val="accent1"/>
          </a:fillRef>
          <a:effectRef idx="1">
            <a:schemeClr val="accent1"/>
          </a:effectRef>
          <a:fontRef idx="minor">
            <a:schemeClr val="tx1"/>
          </a:fontRef>
        </p:style>
      </p:cxnSp>
      <p:cxnSp>
        <p:nvCxnSpPr>
          <p:cNvPr id="28" name="직선 연결선 27">
            <a:extLst>
              <a:ext uri="{FF2B5EF4-FFF2-40B4-BE49-F238E27FC236}">
                <a16:creationId xmlns:a16="http://schemas.microsoft.com/office/drawing/2014/main" id="{24FD0778-4457-F6EE-BE08-376BE8589D0E}"/>
              </a:ext>
            </a:extLst>
          </p:cNvPr>
          <p:cNvCxnSpPr>
            <a:cxnSpLocks/>
            <a:stCxn id="44" idx="3"/>
          </p:cNvCxnSpPr>
          <p:nvPr/>
        </p:nvCxnSpPr>
        <p:spPr>
          <a:xfrm>
            <a:off x="3905388" y="5498333"/>
            <a:ext cx="8672" cy="922835"/>
          </a:xfrm>
          <a:prstGeom prst="line">
            <a:avLst/>
          </a:prstGeom>
          <a:ln>
            <a:headEnd type="diamond" w="med" len="med"/>
            <a:tailEnd type="diamond" w="med" len="med"/>
          </a:ln>
        </p:spPr>
        <p:style>
          <a:lnRef idx="2">
            <a:schemeClr val="accent1"/>
          </a:lnRef>
          <a:fillRef idx="0">
            <a:schemeClr val="accent1"/>
          </a:fillRef>
          <a:effectRef idx="1">
            <a:schemeClr val="accent1"/>
          </a:effectRef>
          <a:fontRef idx="minor">
            <a:schemeClr val="tx1"/>
          </a:fontRef>
        </p:style>
      </p:cxnSp>
      <p:sp>
        <p:nvSpPr>
          <p:cNvPr id="29" name="TextBox 28">
            <a:extLst>
              <a:ext uri="{FF2B5EF4-FFF2-40B4-BE49-F238E27FC236}">
                <a16:creationId xmlns:a16="http://schemas.microsoft.com/office/drawing/2014/main" id="{BFFE7FCC-68C6-3A6B-3620-5CFF8F20E773}"/>
              </a:ext>
            </a:extLst>
          </p:cNvPr>
          <p:cNvSpPr txBox="1"/>
          <p:nvPr/>
        </p:nvSpPr>
        <p:spPr>
          <a:xfrm>
            <a:off x="2588516" y="6413157"/>
            <a:ext cx="306356" cy="215444"/>
          </a:xfrm>
          <a:prstGeom prst="rect">
            <a:avLst/>
          </a:prstGeom>
          <a:noFill/>
        </p:spPr>
        <p:txBody>
          <a:bodyPr wrap="square" rtlCol="0">
            <a:spAutoFit/>
          </a:bodyPr>
          <a:lstStyle/>
          <a:p>
            <a:pPr algn="ctr"/>
            <a:r>
              <a:rPr lang="en-US" altLang="ko-KR" sz="800" dirty="0">
                <a:solidFill>
                  <a:srgbClr val="FF0000"/>
                </a:solidFill>
                <a:latin typeface="AppleSDGothicNeoM00" panose="02000503000000000000" pitchFamily="2" charset="-127"/>
                <a:ea typeface="AppleSDGothicNeoM00" panose="02000503000000000000" pitchFamily="2" charset="-127"/>
              </a:rPr>
              <a:t>x</a:t>
            </a:r>
            <a:r>
              <a:rPr lang="en-US" altLang="ko-KR" sz="800" baseline="-25000" dirty="0">
                <a:solidFill>
                  <a:srgbClr val="FF0000"/>
                </a:solidFill>
                <a:latin typeface="AppleSDGothicNeoM00" panose="02000503000000000000" pitchFamily="2" charset="-127"/>
                <a:ea typeface="AppleSDGothicNeoM00" panose="02000503000000000000" pitchFamily="2" charset="-127"/>
              </a:rPr>
              <a:t>1</a:t>
            </a:r>
            <a:endParaRPr lang="ko-KR" altLang="en-US" sz="800" baseline="-25000" dirty="0">
              <a:solidFill>
                <a:srgbClr val="FF0000"/>
              </a:solidFill>
              <a:latin typeface="AppleSDGothicNeoM00" panose="02000503000000000000" pitchFamily="2" charset="-127"/>
              <a:ea typeface="AppleSDGothicNeoM00" panose="02000503000000000000" pitchFamily="2" charset="-127"/>
            </a:endParaRPr>
          </a:p>
        </p:txBody>
      </p:sp>
      <p:sp>
        <p:nvSpPr>
          <p:cNvPr id="30" name="TextBox 29">
            <a:extLst>
              <a:ext uri="{FF2B5EF4-FFF2-40B4-BE49-F238E27FC236}">
                <a16:creationId xmlns:a16="http://schemas.microsoft.com/office/drawing/2014/main" id="{1E874FF9-581C-FD72-FB2C-8A4E2558D41A}"/>
              </a:ext>
            </a:extLst>
          </p:cNvPr>
          <p:cNvSpPr txBox="1"/>
          <p:nvPr/>
        </p:nvSpPr>
        <p:spPr>
          <a:xfrm>
            <a:off x="3158046" y="3154893"/>
            <a:ext cx="439664" cy="215444"/>
          </a:xfrm>
          <a:prstGeom prst="rect">
            <a:avLst/>
          </a:prstGeom>
          <a:noFill/>
        </p:spPr>
        <p:txBody>
          <a:bodyPr wrap="square" rtlCol="0">
            <a:spAutoFit/>
          </a:bodyPr>
          <a:lstStyle/>
          <a:p>
            <a:pPr algn="ctr"/>
            <a:r>
              <a:rPr lang="en-US" altLang="ko-KR" sz="800" dirty="0">
                <a:solidFill>
                  <a:srgbClr val="3101FF"/>
                </a:solidFill>
                <a:latin typeface="AppleSDGothicNeoM00" panose="02000503000000000000" pitchFamily="2" charset="-127"/>
                <a:ea typeface="AppleSDGothicNeoM00" panose="02000503000000000000" pitchFamily="2" charset="-127"/>
              </a:rPr>
              <a:t>PFAF</a:t>
            </a:r>
            <a:endParaRPr lang="ko-KR" altLang="en-US" sz="800" dirty="0">
              <a:solidFill>
                <a:srgbClr val="3101FF"/>
              </a:solidFill>
              <a:latin typeface="AppleSDGothicNeoM00" panose="02000503000000000000" pitchFamily="2" charset="-127"/>
              <a:ea typeface="AppleSDGothicNeoM00" panose="02000503000000000000" pitchFamily="2" charset="-127"/>
            </a:endParaRPr>
          </a:p>
        </p:txBody>
      </p:sp>
      <p:sp>
        <p:nvSpPr>
          <p:cNvPr id="31" name="타원 30">
            <a:extLst>
              <a:ext uri="{FF2B5EF4-FFF2-40B4-BE49-F238E27FC236}">
                <a16:creationId xmlns:a16="http://schemas.microsoft.com/office/drawing/2014/main" id="{6FA94B5B-7865-9321-712B-5CC536659463}"/>
              </a:ext>
            </a:extLst>
          </p:cNvPr>
          <p:cNvSpPr/>
          <p:nvPr/>
        </p:nvSpPr>
        <p:spPr>
          <a:xfrm>
            <a:off x="2143446" y="3324848"/>
            <a:ext cx="45719" cy="45719"/>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ko-KR" altLang="en-US"/>
          </a:p>
        </p:txBody>
      </p:sp>
      <p:sp>
        <p:nvSpPr>
          <p:cNvPr id="32" name="타원 31">
            <a:extLst>
              <a:ext uri="{FF2B5EF4-FFF2-40B4-BE49-F238E27FC236}">
                <a16:creationId xmlns:a16="http://schemas.microsoft.com/office/drawing/2014/main" id="{DFBC708B-A6D3-1014-753A-B3D587A977B7}"/>
              </a:ext>
            </a:extLst>
          </p:cNvPr>
          <p:cNvSpPr/>
          <p:nvPr/>
        </p:nvSpPr>
        <p:spPr>
          <a:xfrm>
            <a:off x="3235492" y="3324848"/>
            <a:ext cx="45719" cy="45719"/>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ko-KR" altLang="en-US"/>
          </a:p>
        </p:txBody>
      </p:sp>
      <p:sp>
        <p:nvSpPr>
          <p:cNvPr id="33" name="타원 32">
            <a:extLst>
              <a:ext uri="{FF2B5EF4-FFF2-40B4-BE49-F238E27FC236}">
                <a16:creationId xmlns:a16="http://schemas.microsoft.com/office/drawing/2014/main" id="{29200AF0-8D94-3AFF-443E-8C570BDBFAA7}"/>
              </a:ext>
            </a:extLst>
          </p:cNvPr>
          <p:cNvSpPr/>
          <p:nvPr/>
        </p:nvSpPr>
        <p:spPr>
          <a:xfrm>
            <a:off x="3541278" y="3503277"/>
            <a:ext cx="45719" cy="45719"/>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ko-KR" altLang="en-US"/>
          </a:p>
        </p:txBody>
      </p:sp>
      <p:sp>
        <p:nvSpPr>
          <p:cNvPr id="34" name="타원 33">
            <a:extLst>
              <a:ext uri="{FF2B5EF4-FFF2-40B4-BE49-F238E27FC236}">
                <a16:creationId xmlns:a16="http://schemas.microsoft.com/office/drawing/2014/main" id="{A6501CD7-5073-00E2-93AF-19A64232188D}"/>
              </a:ext>
            </a:extLst>
          </p:cNvPr>
          <p:cNvSpPr/>
          <p:nvPr/>
        </p:nvSpPr>
        <p:spPr>
          <a:xfrm>
            <a:off x="3790417" y="4029681"/>
            <a:ext cx="45719" cy="45719"/>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ko-KR" altLang="en-US"/>
          </a:p>
        </p:txBody>
      </p:sp>
      <p:sp>
        <p:nvSpPr>
          <p:cNvPr id="35" name="TextBox 34">
            <a:extLst>
              <a:ext uri="{FF2B5EF4-FFF2-40B4-BE49-F238E27FC236}">
                <a16:creationId xmlns:a16="http://schemas.microsoft.com/office/drawing/2014/main" id="{83CB89CF-5D55-83D8-3E6A-C991D9405FBF}"/>
              </a:ext>
            </a:extLst>
          </p:cNvPr>
          <p:cNvSpPr txBox="1"/>
          <p:nvPr/>
        </p:nvSpPr>
        <p:spPr>
          <a:xfrm>
            <a:off x="3291354" y="6413157"/>
            <a:ext cx="306356" cy="215444"/>
          </a:xfrm>
          <a:prstGeom prst="rect">
            <a:avLst/>
          </a:prstGeom>
          <a:noFill/>
        </p:spPr>
        <p:txBody>
          <a:bodyPr wrap="square" rtlCol="0">
            <a:spAutoFit/>
          </a:bodyPr>
          <a:lstStyle/>
          <a:p>
            <a:pPr algn="ctr"/>
            <a:r>
              <a:rPr lang="en-US" altLang="ko-KR" sz="800" dirty="0">
                <a:solidFill>
                  <a:srgbClr val="FF0000"/>
                </a:solidFill>
                <a:latin typeface="AppleSDGothicNeoM00" panose="02000503000000000000" pitchFamily="2" charset="-127"/>
                <a:ea typeface="AppleSDGothicNeoM00" panose="02000503000000000000" pitchFamily="2" charset="-127"/>
              </a:rPr>
              <a:t>x</a:t>
            </a:r>
            <a:r>
              <a:rPr lang="en-US" altLang="ko-KR" sz="800" baseline="-25000" dirty="0">
                <a:solidFill>
                  <a:srgbClr val="FF0000"/>
                </a:solidFill>
                <a:latin typeface="AppleSDGothicNeoM00" panose="02000503000000000000" pitchFamily="2" charset="-127"/>
                <a:ea typeface="AppleSDGothicNeoM00" panose="02000503000000000000" pitchFamily="2" charset="-127"/>
              </a:rPr>
              <a:t>2</a:t>
            </a:r>
            <a:endParaRPr lang="ko-KR" altLang="en-US" sz="800" baseline="-25000" dirty="0">
              <a:solidFill>
                <a:srgbClr val="FF0000"/>
              </a:solidFill>
              <a:latin typeface="AppleSDGothicNeoM00" panose="02000503000000000000" pitchFamily="2" charset="-127"/>
              <a:ea typeface="AppleSDGothicNeoM00" panose="02000503000000000000" pitchFamily="2" charset="-127"/>
            </a:endParaRPr>
          </a:p>
        </p:txBody>
      </p:sp>
      <p:sp>
        <p:nvSpPr>
          <p:cNvPr id="36" name="TextBox 35">
            <a:extLst>
              <a:ext uri="{FF2B5EF4-FFF2-40B4-BE49-F238E27FC236}">
                <a16:creationId xmlns:a16="http://schemas.microsoft.com/office/drawing/2014/main" id="{C3EE3529-9468-806A-9F3E-44D0467E13F4}"/>
              </a:ext>
            </a:extLst>
          </p:cNvPr>
          <p:cNvSpPr txBox="1"/>
          <p:nvPr/>
        </p:nvSpPr>
        <p:spPr>
          <a:xfrm>
            <a:off x="3621338" y="6413157"/>
            <a:ext cx="306356" cy="215444"/>
          </a:xfrm>
          <a:prstGeom prst="rect">
            <a:avLst/>
          </a:prstGeom>
          <a:noFill/>
        </p:spPr>
        <p:txBody>
          <a:bodyPr wrap="square" rtlCol="0">
            <a:spAutoFit/>
          </a:bodyPr>
          <a:lstStyle/>
          <a:p>
            <a:pPr algn="ctr"/>
            <a:r>
              <a:rPr lang="en-US" altLang="ko-KR" sz="800" dirty="0">
                <a:solidFill>
                  <a:srgbClr val="FF0000"/>
                </a:solidFill>
                <a:latin typeface="AppleSDGothicNeoM00" panose="02000503000000000000" pitchFamily="2" charset="-127"/>
                <a:ea typeface="AppleSDGothicNeoM00" panose="02000503000000000000" pitchFamily="2" charset="-127"/>
              </a:rPr>
              <a:t>x</a:t>
            </a:r>
            <a:r>
              <a:rPr lang="en-US" altLang="ko-KR" sz="800" baseline="-25000" dirty="0">
                <a:solidFill>
                  <a:srgbClr val="FF0000"/>
                </a:solidFill>
                <a:latin typeface="AppleSDGothicNeoM00" panose="02000503000000000000" pitchFamily="2" charset="-127"/>
                <a:ea typeface="AppleSDGothicNeoM00" panose="02000503000000000000" pitchFamily="2" charset="-127"/>
              </a:rPr>
              <a:t>3</a:t>
            </a:r>
            <a:endParaRPr lang="ko-KR" altLang="en-US" sz="800" baseline="-25000" dirty="0">
              <a:solidFill>
                <a:srgbClr val="FF0000"/>
              </a:solidFill>
              <a:latin typeface="AppleSDGothicNeoM00" panose="02000503000000000000" pitchFamily="2" charset="-127"/>
              <a:ea typeface="AppleSDGothicNeoM00" panose="02000503000000000000" pitchFamily="2" charset="-127"/>
            </a:endParaRPr>
          </a:p>
        </p:txBody>
      </p:sp>
      <p:sp>
        <p:nvSpPr>
          <p:cNvPr id="37" name="TextBox 36">
            <a:extLst>
              <a:ext uri="{FF2B5EF4-FFF2-40B4-BE49-F238E27FC236}">
                <a16:creationId xmlns:a16="http://schemas.microsoft.com/office/drawing/2014/main" id="{EE151BBA-7984-4DC1-4355-2D4C22DC28BB}"/>
              </a:ext>
            </a:extLst>
          </p:cNvPr>
          <p:cNvSpPr txBox="1"/>
          <p:nvPr/>
        </p:nvSpPr>
        <p:spPr>
          <a:xfrm>
            <a:off x="1953744" y="6440757"/>
            <a:ext cx="306357" cy="215444"/>
          </a:xfrm>
          <a:prstGeom prst="rect">
            <a:avLst/>
          </a:prstGeom>
          <a:noFill/>
        </p:spPr>
        <p:txBody>
          <a:bodyPr wrap="square" rtlCol="0">
            <a:spAutoFit/>
          </a:bodyPr>
          <a:lstStyle/>
          <a:p>
            <a:pPr algn="ctr"/>
            <a:r>
              <a:rPr lang="en-US" altLang="ko-KR" sz="800" dirty="0">
                <a:solidFill>
                  <a:srgbClr val="FF0000"/>
                </a:solidFill>
                <a:latin typeface="AppleSDGothicNeoM00" panose="02000503000000000000" pitchFamily="2" charset="-127"/>
                <a:ea typeface="AppleSDGothicNeoM00" panose="02000503000000000000" pitchFamily="2" charset="-127"/>
              </a:rPr>
              <a:t>y</a:t>
            </a:r>
            <a:r>
              <a:rPr lang="en-US" altLang="ko-KR" sz="800" baseline="-25000" dirty="0">
                <a:solidFill>
                  <a:srgbClr val="FF0000"/>
                </a:solidFill>
                <a:latin typeface="AppleSDGothicNeoM00" panose="02000503000000000000" pitchFamily="2" charset="-127"/>
                <a:ea typeface="AppleSDGothicNeoM00" panose="02000503000000000000" pitchFamily="2" charset="-127"/>
              </a:rPr>
              <a:t>1</a:t>
            </a:r>
            <a:endParaRPr lang="ko-KR" altLang="en-US" sz="800" baseline="-25000" dirty="0">
              <a:solidFill>
                <a:srgbClr val="FF0000"/>
              </a:solidFill>
              <a:latin typeface="AppleSDGothicNeoM00" panose="02000503000000000000" pitchFamily="2" charset="-127"/>
              <a:ea typeface="AppleSDGothicNeoM00" panose="02000503000000000000" pitchFamily="2" charset="-127"/>
            </a:endParaRPr>
          </a:p>
        </p:txBody>
      </p:sp>
      <p:sp>
        <p:nvSpPr>
          <p:cNvPr id="38" name="TextBox 37">
            <a:extLst>
              <a:ext uri="{FF2B5EF4-FFF2-40B4-BE49-F238E27FC236}">
                <a16:creationId xmlns:a16="http://schemas.microsoft.com/office/drawing/2014/main" id="{5BD2C581-4D53-4E1A-06C7-3E17DD0F20C2}"/>
              </a:ext>
            </a:extLst>
          </p:cNvPr>
          <p:cNvSpPr txBox="1"/>
          <p:nvPr/>
        </p:nvSpPr>
        <p:spPr>
          <a:xfrm>
            <a:off x="3179851" y="6110765"/>
            <a:ext cx="306357" cy="215444"/>
          </a:xfrm>
          <a:prstGeom prst="rect">
            <a:avLst/>
          </a:prstGeom>
          <a:noFill/>
        </p:spPr>
        <p:txBody>
          <a:bodyPr wrap="square" rtlCol="0">
            <a:spAutoFit/>
          </a:bodyPr>
          <a:lstStyle/>
          <a:p>
            <a:pPr algn="ctr"/>
            <a:r>
              <a:rPr lang="en-US" altLang="ko-KR" sz="800" dirty="0">
                <a:solidFill>
                  <a:srgbClr val="FF0000"/>
                </a:solidFill>
                <a:latin typeface="AppleSDGothicNeoM00" panose="02000503000000000000" pitchFamily="2" charset="-127"/>
                <a:ea typeface="AppleSDGothicNeoM00" panose="02000503000000000000" pitchFamily="2" charset="-127"/>
              </a:rPr>
              <a:t>y</a:t>
            </a:r>
            <a:r>
              <a:rPr lang="en-US" altLang="ko-KR" sz="800" baseline="-25000" dirty="0">
                <a:solidFill>
                  <a:srgbClr val="FF0000"/>
                </a:solidFill>
                <a:latin typeface="AppleSDGothicNeoM00" panose="02000503000000000000" pitchFamily="2" charset="-127"/>
                <a:ea typeface="AppleSDGothicNeoM00" panose="02000503000000000000" pitchFamily="2" charset="-127"/>
              </a:rPr>
              <a:t>2</a:t>
            </a:r>
            <a:endParaRPr lang="ko-KR" altLang="en-US" sz="800" baseline="-25000" dirty="0">
              <a:solidFill>
                <a:srgbClr val="FF0000"/>
              </a:solidFill>
              <a:latin typeface="AppleSDGothicNeoM00" panose="02000503000000000000" pitchFamily="2" charset="-127"/>
              <a:ea typeface="AppleSDGothicNeoM00" panose="02000503000000000000" pitchFamily="2" charset="-127"/>
            </a:endParaRPr>
          </a:p>
        </p:txBody>
      </p:sp>
      <p:sp>
        <p:nvSpPr>
          <p:cNvPr id="39" name="TextBox 38">
            <a:extLst>
              <a:ext uri="{FF2B5EF4-FFF2-40B4-BE49-F238E27FC236}">
                <a16:creationId xmlns:a16="http://schemas.microsoft.com/office/drawing/2014/main" id="{F6E8C831-6095-4D19-6560-22DAF68A6F3B}"/>
              </a:ext>
            </a:extLst>
          </p:cNvPr>
          <p:cNvSpPr txBox="1"/>
          <p:nvPr/>
        </p:nvSpPr>
        <p:spPr>
          <a:xfrm>
            <a:off x="3481677" y="5843986"/>
            <a:ext cx="306357" cy="215444"/>
          </a:xfrm>
          <a:prstGeom prst="rect">
            <a:avLst/>
          </a:prstGeom>
          <a:noFill/>
        </p:spPr>
        <p:txBody>
          <a:bodyPr wrap="square" rtlCol="0">
            <a:spAutoFit/>
          </a:bodyPr>
          <a:lstStyle/>
          <a:p>
            <a:pPr algn="ctr"/>
            <a:r>
              <a:rPr lang="en-US" altLang="ko-KR" sz="800" dirty="0">
                <a:solidFill>
                  <a:srgbClr val="FF0000"/>
                </a:solidFill>
                <a:latin typeface="AppleSDGothicNeoM00" panose="02000503000000000000" pitchFamily="2" charset="-127"/>
                <a:ea typeface="AppleSDGothicNeoM00" panose="02000503000000000000" pitchFamily="2" charset="-127"/>
              </a:rPr>
              <a:t>y</a:t>
            </a:r>
            <a:r>
              <a:rPr lang="en-US" altLang="ko-KR" sz="800" baseline="-25000" dirty="0">
                <a:solidFill>
                  <a:srgbClr val="FF0000"/>
                </a:solidFill>
                <a:latin typeface="AppleSDGothicNeoM00" panose="02000503000000000000" pitchFamily="2" charset="-127"/>
                <a:ea typeface="AppleSDGothicNeoM00" panose="02000503000000000000" pitchFamily="2" charset="-127"/>
              </a:rPr>
              <a:t>3</a:t>
            </a:r>
            <a:endParaRPr lang="ko-KR" altLang="en-US" sz="800" baseline="-25000" dirty="0">
              <a:solidFill>
                <a:srgbClr val="FF0000"/>
              </a:solidFill>
              <a:latin typeface="AppleSDGothicNeoM00" panose="02000503000000000000" pitchFamily="2" charset="-127"/>
              <a:ea typeface="AppleSDGothicNeoM00" panose="02000503000000000000" pitchFamily="2" charset="-127"/>
            </a:endParaRPr>
          </a:p>
        </p:txBody>
      </p:sp>
      <p:sp>
        <p:nvSpPr>
          <p:cNvPr id="40" name="TextBox 39">
            <a:extLst>
              <a:ext uri="{FF2B5EF4-FFF2-40B4-BE49-F238E27FC236}">
                <a16:creationId xmlns:a16="http://schemas.microsoft.com/office/drawing/2014/main" id="{95EF7AE4-1973-5A69-BD6D-E519A29EE8A5}"/>
              </a:ext>
            </a:extLst>
          </p:cNvPr>
          <p:cNvSpPr txBox="1"/>
          <p:nvPr/>
        </p:nvSpPr>
        <p:spPr>
          <a:xfrm>
            <a:off x="3824554" y="5557611"/>
            <a:ext cx="306357" cy="215444"/>
          </a:xfrm>
          <a:prstGeom prst="rect">
            <a:avLst/>
          </a:prstGeom>
          <a:noFill/>
        </p:spPr>
        <p:txBody>
          <a:bodyPr wrap="square" rtlCol="0">
            <a:spAutoFit/>
          </a:bodyPr>
          <a:lstStyle/>
          <a:p>
            <a:pPr algn="ctr"/>
            <a:r>
              <a:rPr lang="en-US" altLang="ko-KR" sz="800" dirty="0">
                <a:solidFill>
                  <a:srgbClr val="FF0000"/>
                </a:solidFill>
                <a:latin typeface="AppleSDGothicNeoM00" panose="02000503000000000000" pitchFamily="2" charset="-127"/>
                <a:ea typeface="AppleSDGothicNeoM00" panose="02000503000000000000" pitchFamily="2" charset="-127"/>
              </a:rPr>
              <a:t>y</a:t>
            </a:r>
            <a:r>
              <a:rPr lang="en-US" altLang="ko-KR" sz="800" baseline="-25000" dirty="0">
                <a:solidFill>
                  <a:srgbClr val="FF0000"/>
                </a:solidFill>
                <a:latin typeface="AppleSDGothicNeoM00" panose="02000503000000000000" pitchFamily="2" charset="-127"/>
                <a:ea typeface="AppleSDGothicNeoM00" panose="02000503000000000000" pitchFamily="2" charset="-127"/>
              </a:rPr>
              <a:t>4</a:t>
            </a:r>
            <a:endParaRPr lang="ko-KR" altLang="en-US" sz="800" baseline="-25000" dirty="0">
              <a:solidFill>
                <a:srgbClr val="FF0000"/>
              </a:solidFill>
              <a:latin typeface="AppleSDGothicNeoM00" panose="02000503000000000000" pitchFamily="2" charset="-127"/>
              <a:ea typeface="AppleSDGothicNeoM00" panose="02000503000000000000" pitchFamily="2" charset="-127"/>
            </a:endParaRPr>
          </a:p>
        </p:txBody>
      </p:sp>
      <p:sp>
        <p:nvSpPr>
          <p:cNvPr id="41" name="원호 40">
            <a:extLst>
              <a:ext uri="{FF2B5EF4-FFF2-40B4-BE49-F238E27FC236}">
                <a16:creationId xmlns:a16="http://schemas.microsoft.com/office/drawing/2014/main" id="{AF064B70-BD76-6691-A7C9-B35F1C4EC820}"/>
              </a:ext>
            </a:extLst>
          </p:cNvPr>
          <p:cNvSpPr/>
          <p:nvPr/>
        </p:nvSpPr>
        <p:spPr>
          <a:xfrm>
            <a:off x="2324851" y="6346058"/>
            <a:ext cx="45719" cy="140709"/>
          </a:xfrm>
          <a:prstGeom prst="arc">
            <a:avLst/>
          </a:prstGeom>
          <a:ln w="12700">
            <a:solidFill>
              <a:srgbClr val="FF0000"/>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ko-KR" altLang="en-US"/>
          </a:p>
        </p:txBody>
      </p:sp>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BF419BEC-545A-9462-6B55-3B4FCF1A152E}"/>
                  </a:ext>
                </a:extLst>
              </p:cNvPr>
              <p:cNvSpPr txBox="1"/>
              <p:nvPr/>
            </p:nvSpPr>
            <p:spPr>
              <a:xfrm>
                <a:off x="2300455" y="6263611"/>
                <a:ext cx="306356" cy="215444"/>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r>
                        <a:rPr lang="ko-KR" altLang="en-US" sz="800" i="1" dirty="0" smtClean="0">
                          <a:solidFill>
                            <a:srgbClr val="FF0000"/>
                          </a:solidFill>
                          <a:latin typeface="Cambria Math" panose="02040503050406030204" pitchFamily="18" charset="0"/>
                          <a:ea typeface="AppleSDGothicNeoM00" panose="02000503000000000000" pitchFamily="2" charset="-127"/>
                        </a:rPr>
                        <m:t>𝜃</m:t>
                      </m:r>
                    </m:oMath>
                  </m:oMathPara>
                </a14:m>
                <a:endParaRPr lang="ko-KR" altLang="en-US" sz="800" baseline="-25000" dirty="0">
                  <a:solidFill>
                    <a:srgbClr val="FF0000"/>
                  </a:solidFill>
                  <a:latin typeface="AppleSDGothicNeoM00" panose="02000503000000000000" pitchFamily="2" charset="-127"/>
                  <a:ea typeface="AppleSDGothicNeoM00" panose="02000503000000000000" pitchFamily="2" charset="-127"/>
                </a:endParaRPr>
              </a:p>
            </p:txBody>
          </p:sp>
        </mc:Choice>
        <mc:Fallback xmlns="">
          <p:sp>
            <p:nvSpPr>
              <p:cNvPr id="42" name="TextBox 41">
                <a:extLst>
                  <a:ext uri="{FF2B5EF4-FFF2-40B4-BE49-F238E27FC236}">
                    <a16:creationId xmlns:a16="http://schemas.microsoft.com/office/drawing/2014/main" id="{BF419BEC-545A-9462-6B55-3B4FCF1A152E}"/>
                  </a:ext>
                </a:extLst>
              </p:cNvPr>
              <p:cNvSpPr txBox="1">
                <a:spLocks noRot="1" noChangeAspect="1" noMove="1" noResize="1" noEditPoints="1" noAdjustHandles="1" noChangeArrowheads="1" noChangeShapeType="1" noTextEdit="1"/>
              </p:cNvSpPr>
              <p:nvPr/>
            </p:nvSpPr>
            <p:spPr>
              <a:xfrm>
                <a:off x="2300455" y="6263611"/>
                <a:ext cx="306356" cy="215444"/>
              </a:xfrm>
              <a:prstGeom prst="rect">
                <a:avLst/>
              </a:prstGeom>
              <a:blipFill>
                <a:blip r:embed="rId2"/>
                <a:stretch>
                  <a:fillRect/>
                </a:stretch>
              </a:blipFill>
            </p:spPr>
            <p:txBody>
              <a:bodyPr/>
              <a:lstStyle/>
              <a:p>
                <a:r>
                  <a:rPr lang="ko-KR" altLang="en-US">
                    <a:noFill/>
                  </a:rPr>
                  <a:t> </a:t>
                </a:r>
              </a:p>
            </p:txBody>
          </p:sp>
        </mc:Fallback>
      </mc:AlternateContent>
      <p:sp>
        <p:nvSpPr>
          <p:cNvPr id="43" name="자유형: 도형 42">
            <a:extLst>
              <a:ext uri="{FF2B5EF4-FFF2-40B4-BE49-F238E27FC236}">
                <a16:creationId xmlns:a16="http://schemas.microsoft.com/office/drawing/2014/main" id="{05F382F7-667F-1265-CBD0-BC72ABD35953}"/>
              </a:ext>
            </a:extLst>
          </p:cNvPr>
          <p:cNvSpPr/>
          <p:nvPr/>
        </p:nvSpPr>
        <p:spPr>
          <a:xfrm>
            <a:off x="3250068" y="5857198"/>
            <a:ext cx="320040" cy="190500"/>
          </a:xfrm>
          <a:custGeom>
            <a:avLst/>
            <a:gdLst>
              <a:gd name="connsiteX0" fmla="*/ 0 w 320040"/>
              <a:gd name="connsiteY0" fmla="*/ 190500 h 190500"/>
              <a:gd name="connsiteX1" fmla="*/ 102870 w 320040"/>
              <a:gd name="connsiteY1" fmla="*/ 150495 h 190500"/>
              <a:gd name="connsiteX2" fmla="*/ 207645 w 320040"/>
              <a:gd name="connsiteY2" fmla="*/ 99060 h 190500"/>
              <a:gd name="connsiteX3" fmla="*/ 270510 w 320040"/>
              <a:gd name="connsiteY3" fmla="*/ 49530 h 190500"/>
              <a:gd name="connsiteX4" fmla="*/ 320040 w 320040"/>
              <a:gd name="connsiteY4" fmla="*/ 0 h 1905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0040" h="190500">
                <a:moveTo>
                  <a:pt x="0" y="190500"/>
                </a:moveTo>
                <a:cubicBezTo>
                  <a:pt x="34131" y="178117"/>
                  <a:pt x="68263" y="165735"/>
                  <a:pt x="102870" y="150495"/>
                </a:cubicBezTo>
                <a:cubicBezTo>
                  <a:pt x="137477" y="135255"/>
                  <a:pt x="179705" y="115887"/>
                  <a:pt x="207645" y="99060"/>
                </a:cubicBezTo>
                <a:cubicBezTo>
                  <a:pt x="235585" y="82232"/>
                  <a:pt x="251778" y="66040"/>
                  <a:pt x="270510" y="49530"/>
                </a:cubicBezTo>
                <a:cubicBezTo>
                  <a:pt x="289243" y="33020"/>
                  <a:pt x="304641" y="16510"/>
                  <a:pt x="320040" y="0"/>
                </a:cubicBezTo>
              </a:path>
            </a:pathLst>
          </a:cu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4" name="자유형: 도형 43">
            <a:extLst>
              <a:ext uri="{FF2B5EF4-FFF2-40B4-BE49-F238E27FC236}">
                <a16:creationId xmlns:a16="http://schemas.microsoft.com/office/drawing/2014/main" id="{67121945-4858-4AD1-41EC-889147B5619C}"/>
              </a:ext>
            </a:extLst>
          </p:cNvPr>
          <p:cNvSpPr/>
          <p:nvPr/>
        </p:nvSpPr>
        <p:spPr>
          <a:xfrm>
            <a:off x="3558678" y="5498333"/>
            <a:ext cx="346710" cy="367665"/>
          </a:xfrm>
          <a:custGeom>
            <a:avLst/>
            <a:gdLst>
              <a:gd name="connsiteX0" fmla="*/ 0 w 346710"/>
              <a:gd name="connsiteY0" fmla="*/ 367665 h 367665"/>
              <a:gd name="connsiteX1" fmla="*/ 129540 w 346710"/>
              <a:gd name="connsiteY1" fmla="*/ 243840 h 367665"/>
              <a:gd name="connsiteX2" fmla="*/ 264795 w 346710"/>
              <a:gd name="connsiteY2" fmla="*/ 106680 h 367665"/>
              <a:gd name="connsiteX3" fmla="*/ 346710 w 346710"/>
              <a:gd name="connsiteY3" fmla="*/ 0 h 367665"/>
            </a:gdLst>
            <a:ahLst/>
            <a:cxnLst>
              <a:cxn ang="0">
                <a:pos x="connsiteX0" y="connsiteY0"/>
              </a:cxn>
              <a:cxn ang="0">
                <a:pos x="connsiteX1" y="connsiteY1"/>
              </a:cxn>
              <a:cxn ang="0">
                <a:pos x="connsiteX2" y="connsiteY2"/>
              </a:cxn>
              <a:cxn ang="0">
                <a:pos x="connsiteX3" y="connsiteY3"/>
              </a:cxn>
            </a:cxnLst>
            <a:rect l="l" t="t" r="r" b="b"/>
            <a:pathLst>
              <a:path w="346710" h="367665">
                <a:moveTo>
                  <a:pt x="0" y="367665"/>
                </a:moveTo>
                <a:cubicBezTo>
                  <a:pt x="42704" y="327501"/>
                  <a:pt x="85408" y="287337"/>
                  <a:pt x="129540" y="243840"/>
                </a:cubicBezTo>
                <a:cubicBezTo>
                  <a:pt x="173673" y="200342"/>
                  <a:pt x="228600" y="147320"/>
                  <a:pt x="264795" y="106680"/>
                </a:cubicBezTo>
                <a:cubicBezTo>
                  <a:pt x="300990" y="66040"/>
                  <a:pt x="323850" y="33020"/>
                  <a:pt x="346710" y="0"/>
                </a:cubicBezTo>
              </a:path>
            </a:pathLst>
          </a:cu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45" name="직선 연결선 44">
            <a:extLst>
              <a:ext uri="{FF2B5EF4-FFF2-40B4-BE49-F238E27FC236}">
                <a16:creationId xmlns:a16="http://schemas.microsoft.com/office/drawing/2014/main" id="{CCECDB69-05F4-8807-AA7C-642D3DBA6624}"/>
              </a:ext>
            </a:extLst>
          </p:cNvPr>
          <p:cNvCxnSpPr>
            <a:stCxn id="43" idx="0"/>
          </p:cNvCxnSpPr>
          <p:nvPr/>
        </p:nvCxnSpPr>
        <p:spPr>
          <a:xfrm>
            <a:off x="3250068" y="6047698"/>
            <a:ext cx="321193" cy="0"/>
          </a:xfrm>
          <a:prstGeom prst="line">
            <a:avLst/>
          </a:prstGeom>
          <a:ln w="6350">
            <a:prstDash val="sysDot"/>
          </a:ln>
        </p:spPr>
        <p:style>
          <a:lnRef idx="2">
            <a:schemeClr val="dk1"/>
          </a:lnRef>
          <a:fillRef idx="0">
            <a:schemeClr val="dk1"/>
          </a:fillRef>
          <a:effectRef idx="1">
            <a:schemeClr val="dk1"/>
          </a:effectRef>
          <a:fontRef idx="minor">
            <a:schemeClr val="tx1"/>
          </a:fontRef>
        </p:style>
      </p:cxnSp>
      <p:cxnSp>
        <p:nvCxnSpPr>
          <p:cNvPr id="46" name="직선 연결선 45">
            <a:extLst>
              <a:ext uri="{FF2B5EF4-FFF2-40B4-BE49-F238E27FC236}">
                <a16:creationId xmlns:a16="http://schemas.microsoft.com/office/drawing/2014/main" id="{1460FF22-071D-FEE2-9B48-9841DBCAD6D7}"/>
              </a:ext>
            </a:extLst>
          </p:cNvPr>
          <p:cNvCxnSpPr>
            <a:cxnSpLocks/>
          </p:cNvCxnSpPr>
          <p:nvPr/>
        </p:nvCxnSpPr>
        <p:spPr>
          <a:xfrm>
            <a:off x="3567350" y="5864093"/>
            <a:ext cx="338038" cy="0"/>
          </a:xfrm>
          <a:prstGeom prst="line">
            <a:avLst/>
          </a:prstGeom>
          <a:ln w="6350">
            <a:prstDash val="sysDot"/>
          </a:ln>
        </p:spPr>
        <p:style>
          <a:lnRef idx="2">
            <a:schemeClr val="dk1"/>
          </a:lnRef>
          <a:fillRef idx="0">
            <a:schemeClr val="dk1"/>
          </a:fillRef>
          <a:effectRef idx="1">
            <a:schemeClr val="dk1"/>
          </a:effectRef>
          <a:fontRef idx="minor">
            <a:schemeClr val="tx1"/>
          </a:fontRef>
        </p:style>
      </p:cxnSp>
      <p:sp>
        <p:nvSpPr>
          <p:cNvPr id="47" name="별: 꼭짓점 4개 46">
            <a:extLst>
              <a:ext uri="{FF2B5EF4-FFF2-40B4-BE49-F238E27FC236}">
                <a16:creationId xmlns:a16="http://schemas.microsoft.com/office/drawing/2014/main" id="{EEBB62A5-4A5E-09E1-4D56-7B8FA76DF8A8}"/>
              </a:ext>
            </a:extLst>
          </p:cNvPr>
          <p:cNvSpPr/>
          <p:nvPr/>
        </p:nvSpPr>
        <p:spPr>
          <a:xfrm>
            <a:off x="3209308" y="3664887"/>
            <a:ext cx="109972" cy="109972"/>
          </a:xfrm>
          <a:prstGeom prst="star4">
            <a:avLst>
              <a:gd name="adj" fmla="val 21936"/>
            </a:avLst>
          </a:prstGeom>
          <a:solidFill>
            <a:srgbClr val="FFFF00"/>
          </a:solidFill>
          <a:ln w="127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48" name="직선 연결선 47">
            <a:extLst>
              <a:ext uri="{FF2B5EF4-FFF2-40B4-BE49-F238E27FC236}">
                <a16:creationId xmlns:a16="http://schemas.microsoft.com/office/drawing/2014/main" id="{8A333B5F-9FC0-C8F2-3CBD-DDBB4925A4B3}"/>
              </a:ext>
            </a:extLst>
          </p:cNvPr>
          <p:cNvCxnSpPr>
            <a:cxnSpLocks/>
            <a:stCxn id="47" idx="3"/>
            <a:endCxn id="33" idx="3"/>
          </p:cNvCxnSpPr>
          <p:nvPr/>
        </p:nvCxnSpPr>
        <p:spPr>
          <a:xfrm flipV="1">
            <a:off x="3319280" y="3542301"/>
            <a:ext cx="228693" cy="177572"/>
          </a:xfrm>
          <a:prstGeom prst="line">
            <a:avLst/>
          </a:prstGeom>
          <a:ln w="6350">
            <a:prstDash val="sysDot"/>
          </a:ln>
        </p:spPr>
        <p:style>
          <a:lnRef idx="2">
            <a:schemeClr val="dk1"/>
          </a:lnRef>
          <a:fillRef idx="0">
            <a:schemeClr val="dk1"/>
          </a:fillRef>
          <a:effectRef idx="1">
            <a:schemeClr val="dk1"/>
          </a:effectRef>
          <a:fontRef idx="minor">
            <a:schemeClr val="tx1"/>
          </a:fontRef>
        </p:style>
      </p:cxnSp>
      <p:cxnSp>
        <p:nvCxnSpPr>
          <p:cNvPr id="49" name="직선 연결선 48">
            <a:extLst>
              <a:ext uri="{FF2B5EF4-FFF2-40B4-BE49-F238E27FC236}">
                <a16:creationId xmlns:a16="http://schemas.microsoft.com/office/drawing/2014/main" id="{97A2FBD0-E88B-297D-54AA-1053DA03E46E}"/>
              </a:ext>
            </a:extLst>
          </p:cNvPr>
          <p:cNvCxnSpPr>
            <a:cxnSpLocks/>
            <a:stCxn id="47" idx="0"/>
            <a:endCxn id="32" idx="4"/>
          </p:cNvCxnSpPr>
          <p:nvPr/>
        </p:nvCxnSpPr>
        <p:spPr>
          <a:xfrm flipH="1" flipV="1">
            <a:off x="3258352" y="3370567"/>
            <a:ext cx="5942" cy="294320"/>
          </a:xfrm>
          <a:prstGeom prst="line">
            <a:avLst/>
          </a:prstGeom>
          <a:ln w="6350">
            <a:prstDash val="sysDot"/>
          </a:ln>
        </p:spPr>
        <p:style>
          <a:lnRef idx="2">
            <a:schemeClr val="dk1"/>
          </a:lnRef>
          <a:fillRef idx="0">
            <a:schemeClr val="dk1"/>
          </a:fillRef>
          <a:effectRef idx="1">
            <a:schemeClr val="dk1"/>
          </a:effectRef>
          <a:fontRef idx="minor">
            <a:schemeClr val="tx1"/>
          </a:fontRef>
        </p:style>
      </p:cxnSp>
      <p:sp>
        <p:nvSpPr>
          <p:cNvPr id="50" name="TextBox 49">
            <a:extLst>
              <a:ext uri="{FF2B5EF4-FFF2-40B4-BE49-F238E27FC236}">
                <a16:creationId xmlns:a16="http://schemas.microsoft.com/office/drawing/2014/main" id="{F25C739B-7111-9F21-BA2E-EEB125DFF662}"/>
              </a:ext>
            </a:extLst>
          </p:cNvPr>
          <p:cNvSpPr txBox="1"/>
          <p:nvPr/>
        </p:nvSpPr>
        <p:spPr>
          <a:xfrm>
            <a:off x="3272455" y="3485044"/>
            <a:ext cx="263037" cy="200055"/>
          </a:xfrm>
          <a:prstGeom prst="rect">
            <a:avLst/>
          </a:prstGeom>
          <a:noFill/>
        </p:spPr>
        <p:txBody>
          <a:bodyPr wrap="square" rtlCol="0">
            <a:spAutoFit/>
          </a:bodyPr>
          <a:lstStyle/>
          <a:p>
            <a:pPr algn="ctr"/>
            <a:r>
              <a:rPr lang="en-US" altLang="ko-KR" sz="700" dirty="0">
                <a:latin typeface="AppleSDGothicNeoM00" panose="02000503000000000000" pitchFamily="2" charset="-127"/>
                <a:ea typeface="AppleSDGothicNeoM00" panose="02000503000000000000" pitchFamily="2" charset="-127"/>
              </a:rPr>
              <a:t>R</a:t>
            </a:r>
            <a:r>
              <a:rPr lang="en-US" altLang="ko-KR" sz="700" baseline="-25000" dirty="0">
                <a:latin typeface="AppleSDGothicNeoM00" panose="02000503000000000000" pitchFamily="2" charset="-127"/>
                <a:ea typeface="AppleSDGothicNeoM00" panose="02000503000000000000" pitchFamily="2" charset="-127"/>
              </a:rPr>
              <a:t>1</a:t>
            </a:r>
            <a:endParaRPr lang="ko-KR" altLang="en-US" sz="700" baseline="-25000" dirty="0">
              <a:latin typeface="AppleSDGothicNeoM00" panose="02000503000000000000" pitchFamily="2" charset="-127"/>
              <a:ea typeface="AppleSDGothicNeoM00" panose="02000503000000000000" pitchFamily="2" charset="-127"/>
            </a:endParaRPr>
          </a:p>
        </p:txBody>
      </p:sp>
      <p:sp>
        <p:nvSpPr>
          <p:cNvPr id="51" name="별: 꼭짓점 4개 50">
            <a:extLst>
              <a:ext uri="{FF2B5EF4-FFF2-40B4-BE49-F238E27FC236}">
                <a16:creationId xmlns:a16="http://schemas.microsoft.com/office/drawing/2014/main" id="{85ADF82C-E782-2D05-7FE0-7E2490F4A479}"/>
              </a:ext>
            </a:extLst>
          </p:cNvPr>
          <p:cNvSpPr/>
          <p:nvPr/>
        </p:nvSpPr>
        <p:spPr>
          <a:xfrm>
            <a:off x="2379131" y="4442584"/>
            <a:ext cx="109972" cy="109972"/>
          </a:xfrm>
          <a:prstGeom prst="star4">
            <a:avLst>
              <a:gd name="adj" fmla="val 21936"/>
            </a:avLst>
          </a:prstGeom>
          <a:solidFill>
            <a:srgbClr val="FFFF00"/>
          </a:solidFill>
          <a:ln w="127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52" name="직선 연결선 51">
            <a:extLst>
              <a:ext uri="{FF2B5EF4-FFF2-40B4-BE49-F238E27FC236}">
                <a16:creationId xmlns:a16="http://schemas.microsoft.com/office/drawing/2014/main" id="{3DECFA91-6614-D105-CE96-E74D4F7E027F}"/>
              </a:ext>
            </a:extLst>
          </p:cNvPr>
          <p:cNvCxnSpPr>
            <a:cxnSpLocks/>
            <a:endCxn id="13" idx="0"/>
          </p:cNvCxnSpPr>
          <p:nvPr/>
        </p:nvCxnSpPr>
        <p:spPr>
          <a:xfrm flipV="1">
            <a:off x="2434117" y="4055375"/>
            <a:ext cx="1385692" cy="443228"/>
          </a:xfrm>
          <a:prstGeom prst="line">
            <a:avLst/>
          </a:prstGeom>
          <a:ln w="6350">
            <a:prstDash val="sysDot"/>
          </a:ln>
        </p:spPr>
        <p:style>
          <a:lnRef idx="2">
            <a:schemeClr val="dk1"/>
          </a:lnRef>
          <a:fillRef idx="0">
            <a:schemeClr val="dk1"/>
          </a:fillRef>
          <a:effectRef idx="1">
            <a:schemeClr val="dk1"/>
          </a:effectRef>
          <a:fontRef idx="minor">
            <a:schemeClr val="tx1"/>
          </a:fontRef>
        </p:style>
      </p:cxnSp>
      <p:cxnSp>
        <p:nvCxnSpPr>
          <p:cNvPr id="53" name="직선 연결선 52">
            <a:extLst>
              <a:ext uri="{FF2B5EF4-FFF2-40B4-BE49-F238E27FC236}">
                <a16:creationId xmlns:a16="http://schemas.microsoft.com/office/drawing/2014/main" id="{2D31A2CA-736A-7E91-0726-9129311EE383}"/>
              </a:ext>
            </a:extLst>
          </p:cNvPr>
          <p:cNvCxnSpPr>
            <a:cxnSpLocks/>
            <a:endCxn id="33" idx="3"/>
          </p:cNvCxnSpPr>
          <p:nvPr/>
        </p:nvCxnSpPr>
        <p:spPr>
          <a:xfrm flipV="1">
            <a:off x="2436169" y="3542301"/>
            <a:ext cx="1111804" cy="960279"/>
          </a:xfrm>
          <a:prstGeom prst="line">
            <a:avLst/>
          </a:prstGeom>
          <a:ln w="6350">
            <a:prstDash val="sysDot"/>
          </a:ln>
        </p:spPr>
        <p:style>
          <a:lnRef idx="2">
            <a:schemeClr val="dk1"/>
          </a:lnRef>
          <a:fillRef idx="0">
            <a:schemeClr val="dk1"/>
          </a:fillRef>
          <a:effectRef idx="1">
            <a:schemeClr val="dk1"/>
          </a:effectRef>
          <a:fontRef idx="minor">
            <a:schemeClr val="tx1"/>
          </a:fontRef>
        </p:style>
      </p:cxnSp>
      <p:sp>
        <p:nvSpPr>
          <p:cNvPr id="54" name="TextBox 53">
            <a:extLst>
              <a:ext uri="{FF2B5EF4-FFF2-40B4-BE49-F238E27FC236}">
                <a16:creationId xmlns:a16="http://schemas.microsoft.com/office/drawing/2014/main" id="{9CDB7AED-879E-7AE7-001A-EB9D19A2448C}"/>
              </a:ext>
            </a:extLst>
          </p:cNvPr>
          <p:cNvSpPr txBox="1"/>
          <p:nvPr/>
        </p:nvSpPr>
        <p:spPr>
          <a:xfrm>
            <a:off x="3016679" y="4117854"/>
            <a:ext cx="274519" cy="200055"/>
          </a:xfrm>
          <a:prstGeom prst="rect">
            <a:avLst/>
          </a:prstGeom>
          <a:noFill/>
        </p:spPr>
        <p:txBody>
          <a:bodyPr wrap="square" rtlCol="0">
            <a:spAutoFit/>
          </a:bodyPr>
          <a:lstStyle/>
          <a:p>
            <a:pPr algn="ctr"/>
            <a:r>
              <a:rPr lang="en-US" altLang="ko-KR" sz="700" dirty="0">
                <a:latin typeface="AppleSDGothicNeoM00" panose="02000503000000000000" pitchFamily="2" charset="-127"/>
                <a:ea typeface="AppleSDGothicNeoM00" panose="02000503000000000000" pitchFamily="2" charset="-127"/>
              </a:rPr>
              <a:t>R</a:t>
            </a:r>
            <a:r>
              <a:rPr lang="en-US" altLang="ko-KR" sz="700" baseline="-25000" dirty="0">
                <a:latin typeface="AppleSDGothicNeoM00" panose="02000503000000000000" pitchFamily="2" charset="-127"/>
                <a:ea typeface="AppleSDGothicNeoM00" panose="02000503000000000000" pitchFamily="2" charset="-127"/>
              </a:rPr>
              <a:t>2</a:t>
            </a:r>
            <a:endParaRPr lang="ko-KR" altLang="en-US" sz="700" baseline="-25000" dirty="0">
              <a:latin typeface="AppleSDGothicNeoM00" panose="02000503000000000000" pitchFamily="2" charset="-127"/>
              <a:ea typeface="AppleSDGothicNeoM00" panose="02000503000000000000" pitchFamily="2" charset="-127"/>
            </a:endParaRPr>
          </a:p>
        </p:txBody>
      </p:sp>
      <mc:AlternateContent xmlns:mc="http://schemas.openxmlformats.org/markup-compatibility/2006" xmlns:a14="http://schemas.microsoft.com/office/drawing/2010/main">
        <mc:Choice Requires="a14">
          <p:sp>
            <p:nvSpPr>
              <p:cNvPr id="55" name="TextBox 54">
                <a:extLst>
                  <a:ext uri="{FF2B5EF4-FFF2-40B4-BE49-F238E27FC236}">
                    <a16:creationId xmlns:a16="http://schemas.microsoft.com/office/drawing/2014/main" id="{B2A50527-7F27-A931-306B-D31A8C7BC70B}"/>
                  </a:ext>
                </a:extLst>
              </p:cNvPr>
              <p:cNvSpPr txBox="1"/>
              <p:nvPr/>
            </p:nvSpPr>
            <p:spPr>
              <a:xfrm>
                <a:off x="3179851" y="3544992"/>
                <a:ext cx="306356" cy="215444"/>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r>
                        <a:rPr lang="ko-KR" altLang="en-US" sz="800" i="1" dirty="0" smtClean="0">
                          <a:solidFill>
                            <a:srgbClr val="FF0000"/>
                          </a:solidFill>
                          <a:latin typeface="Cambria Math" panose="02040503050406030204" pitchFamily="18" charset="0"/>
                          <a:ea typeface="AppleSDGothicNeoM00" panose="02000503000000000000" pitchFamily="2" charset="-127"/>
                        </a:rPr>
                        <m:t>𝛼</m:t>
                      </m:r>
                    </m:oMath>
                  </m:oMathPara>
                </a14:m>
                <a:endParaRPr lang="ko-KR" altLang="en-US" sz="800" baseline="-25000" dirty="0">
                  <a:solidFill>
                    <a:srgbClr val="FF0000"/>
                  </a:solidFill>
                  <a:latin typeface="AppleSDGothicNeoM00" panose="02000503000000000000" pitchFamily="2" charset="-127"/>
                  <a:ea typeface="AppleSDGothicNeoM00" panose="02000503000000000000" pitchFamily="2" charset="-127"/>
                </a:endParaRPr>
              </a:p>
            </p:txBody>
          </p:sp>
        </mc:Choice>
        <mc:Fallback xmlns="">
          <p:sp>
            <p:nvSpPr>
              <p:cNvPr id="55" name="TextBox 54">
                <a:extLst>
                  <a:ext uri="{FF2B5EF4-FFF2-40B4-BE49-F238E27FC236}">
                    <a16:creationId xmlns:a16="http://schemas.microsoft.com/office/drawing/2014/main" id="{B2A50527-7F27-A931-306B-D31A8C7BC70B}"/>
                  </a:ext>
                </a:extLst>
              </p:cNvPr>
              <p:cNvSpPr txBox="1">
                <a:spLocks noRot="1" noChangeAspect="1" noMove="1" noResize="1" noEditPoints="1" noAdjustHandles="1" noChangeArrowheads="1" noChangeShapeType="1" noTextEdit="1"/>
              </p:cNvSpPr>
              <p:nvPr/>
            </p:nvSpPr>
            <p:spPr>
              <a:xfrm>
                <a:off x="3179851" y="3544992"/>
                <a:ext cx="306356" cy="215444"/>
              </a:xfrm>
              <a:prstGeom prst="rect">
                <a:avLst/>
              </a:prstGeom>
              <a:blipFill>
                <a:blip r:embed="rId3"/>
                <a:stretch>
                  <a:fillRect/>
                </a:stretch>
              </a:blipFill>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56" name="TextBox 55">
                <a:extLst>
                  <a:ext uri="{FF2B5EF4-FFF2-40B4-BE49-F238E27FC236}">
                    <a16:creationId xmlns:a16="http://schemas.microsoft.com/office/drawing/2014/main" id="{EB80D853-C7C2-1699-BF5A-B480FCFE00CB}"/>
                  </a:ext>
                </a:extLst>
              </p:cNvPr>
              <p:cNvSpPr txBox="1"/>
              <p:nvPr/>
            </p:nvSpPr>
            <p:spPr>
              <a:xfrm>
                <a:off x="2508510" y="4276989"/>
                <a:ext cx="306356" cy="215444"/>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r>
                        <a:rPr lang="en-US" altLang="ko-KR" sz="800" b="0" i="1" dirty="0" smtClean="0">
                          <a:solidFill>
                            <a:srgbClr val="FF0000"/>
                          </a:solidFill>
                          <a:latin typeface="Cambria Math" panose="02040503050406030204" pitchFamily="18" charset="0"/>
                          <a:ea typeface="AppleSDGothicNeoM00" panose="02000503000000000000" pitchFamily="2" charset="-127"/>
                        </a:rPr>
                        <m:t>𝛽</m:t>
                      </m:r>
                    </m:oMath>
                  </m:oMathPara>
                </a14:m>
                <a:endParaRPr lang="ko-KR" altLang="en-US" sz="800" baseline="-25000" dirty="0">
                  <a:solidFill>
                    <a:srgbClr val="FF0000"/>
                  </a:solidFill>
                  <a:latin typeface="AppleSDGothicNeoM00" panose="02000503000000000000" pitchFamily="2" charset="-127"/>
                  <a:ea typeface="AppleSDGothicNeoM00" panose="02000503000000000000" pitchFamily="2" charset="-127"/>
                </a:endParaRPr>
              </a:p>
            </p:txBody>
          </p:sp>
        </mc:Choice>
        <mc:Fallback xmlns="">
          <p:sp>
            <p:nvSpPr>
              <p:cNvPr id="56" name="TextBox 55">
                <a:extLst>
                  <a:ext uri="{FF2B5EF4-FFF2-40B4-BE49-F238E27FC236}">
                    <a16:creationId xmlns:a16="http://schemas.microsoft.com/office/drawing/2014/main" id="{EB80D853-C7C2-1699-BF5A-B480FCFE00CB}"/>
                  </a:ext>
                </a:extLst>
              </p:cNvPr>
              <p:cNvSpPr txBox="1">
                <a:spLocks noRot="1" noChangeAspect="1" noMove="1" noResize="1" noEditPoints="1" noAdjustHandles="1" noChangeArrowheads="1" noChangeShapeType="1" noTextEdit="1"/>
              </p:cNvSpPr>
              <p:nvPr/>
            </p:nvSpPr>
            <p:spPr>
              <a:xfrm>
                <a:off x="2508510" y="4276989"/>
                <a:ext cx="306356" cy="215444"/>
              </a:xfrm>
              <a:prstGeom prst="rect">
                <a:avLst/>
              </a:prstGeom>
              <a:blipFill>
                <a:blip r:embed="rId4"/>
                <a:stretch>
                  <a:fillRect b="-2857"/>
                </a:stretch>
              </a:blipFill>
            </p:spPr>
            <p:txBody>
              <a:bodyPr/>
              <a:lstStyle/>
              <a:p>
                <a:r>
                  <a:rPr lang="ko-KR" altLang="en-US">
                    <a:noFill/>
                  </a:rPr>
                  <a:t> </a:t>
                </a:r>
              </a:p>
            </p:txBody>
          </p:sp>
        </mc:Fallback>
      </mc:AlternateContent>
      <p:sp>
        <p:nvSpPr>
          <p:cNvPr id="57" name="타원 56">
            <a:extLst>
              <a:ext uri="{FF2B5EF4-FFF2-40B4-BE49-F238E27FC236}">
                <a16:creationId xmlns:a16="http://schemas.microsoft.com/office/drawing/2014/main" id="{9E397D6C-CFAD-3D30-4DD3-874177E2069A}"/>
              </a:ext>
            </a:extLst>
          </p:cNvPr>
          <p:cNvSpPr/>
          <p:nvPr/>
        </p:nvSpPr>
        <p:spPr>
          <a:xfrm>
            <a:off x="964092" y="5967659"/>
            <a:ext cx="2300733" cy="139043"/>
          </a:xfrm>
          <a:prstGeom prst="ellipse">
            <a:avLst/>
          </a:prstGeom>
          <a:noFill/>
          <a:ln w="3175">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8" name="타원 57">
            <a:extLst>
              <a:ext uri="{FF2B5EF4-FFF2-40B4-BE49-F238E27FC236}">
                <a16:creationId xmlns:a16="http://schemas.microsoft.com/office/drawing/2014/main" id="{A7AE978C-0302-A323-4C8E-27EA8FEF6230}"/>
              </a:ext>
            </a:extLst>
          </p:cNvPr>
          <p:cNvSpPr/>
          <p:nvPr/>
        </p:nvSpPr>
        <p:spPr>
          <a:xfrm>
            <a:off x="745102" y="5777974"/>
            <a:ext cx="2825006" cy="158572"/>
          </a:xfrm>
          <a:prstGeom prst="ellipse">
            <a:avLst/>
          </a:prstGeom>
          <a:noFill/>
          <a:ln w="3175">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9" name="타원 58">
            <a:extLst>
              <a:ext uri="{FF2B5EF4-FFF2-40B4-BE49-F238E27FC236}">
                <a16:creationId xmlns:a16="http://schemas.microsoft.com/office/drawing/2014/main" id="{D098A95B-3FB1-D100-7B83-B919BA18F418}"/>
              </a:ext>
            </a:extLst>
          </p:cNvPr>
          <p:cNvSpPr/>
          <p:nvPr/>
        </p:nvSpPr>
        <p:spPr>
          <a:xfrm>
            <a:off x="383472" y="5418311"/>
            <a:ext cx="3508282" cy="164639"/>
          </a:xfrm>
          <a:prstGeom prst="ellipse">
            <a:avLst/>
          </a:prstGeom>
          <a:noFill/>
          <a:ln w="3175">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60" name="TextBox 59">
            <a:extLst>
              <a:ext uri="{FF2B5EF4-FFF2-40B4-BE49-F238E27FC236}">
                <a16:creationId xmlns:a16="http://schemas.microsoft.com/office/drawing/2014/main" id="{F9FD5330-3DF7-D1FD-2EB4-FBE13BC095E5}"/>
              </a:ext>
            </a:extLst>
          </p:cNvPr>
          <p:cNvSpPr txBox="1"/>
          <p:nvPr/>
        </p:nvSpPr>
        <p:spPr>
          <a:xfrm>
            <a:off x="3761508" y="3947913"/>
            <a:ext cx="439664" cy="215444"/>
          </a:xfrm>
          <a:prstGeom prst="rect">
            <a:avLst/>
          </a:prstGeom>
          <a:noFill/>
        </p:spPr>
        <p:txBody>
          <a:bodyPr wrap="square" rtlCol="0">
            <a:spAutoFit/>
          </a:bodyPr>
          <a:lstStyle/>
          <a:p>
            <a:pPr algn="ctr"/>
            <a:r>
              <a:rPr lang="en-US" altLang="ko-KR" sz="800" dirty="0">
                <a:solidFill>
                  <a:srgbClr val="3101FF"/>
                </a:solidFill>
                <a:latin typeface="AppleSDGothicNeoM00" panose="02000503000000000000" pitchFamily="2" charset="-127"/>
                <a:ea typeface="AppleSDGothicNeoM00" panose="02000503000000000000" pitchFamily="2" charset="-127"/>
              </a:rPr>
              <a:t>IAF</a:t>
            </a:r>
            <a:endParaRPr lang="ko-KR" altLang="en-US" sz="800" dirty="0">
              <a:solidFill>
                <a:srgbClr val="3101FF"/>
              </a:solidFill>
              <a:latin typeface="AppleSDGothicNeoM00" panose="02000503000000000000" pitchFamily="2" charset="-127"/>
              <a:ea typeface="AppleSDGothicNeoM00" panose="02000503000000000000" pitchFamily="2" charset="-127"/>
            </a:endParaRPr>
          </a:p>
        </p:txBody>
      </p:sp>
      <p:sp>
        <p:nvSpPr>
          <p:cNvPr id="61" name="TextBox 60">
            <a:extLst>
              <a:ext uri="{FF2B5EF4-FFF2-40B4-BE49-F238E27FC236}">
                <a16:creationId xmlns:a16="http://schemas.microsoft.com/office/drawing/2014/main" id="{675450D6-1E20-DCCA-74DB-215D9C11E5D2}"/>
              </a:ext>
            </a:extLst>
          </p:cNvPr>
          <p:cNvSpPr txBox="1"/>
          <p:nvPr/>
        </p:nvSpPr>
        <p:spPr>
          <a:xfrm>
            <a:off x="3422773" y="3301012"/>
            <a:ext cx="439664" cy="215444"/>
          </a:xfrm>
          <a:prstGeom prst="rect">
            <a:avLst/>
          </a:prstGeom>
          <a:noFill/>
        </p:spPr>
        <p:txBody>
          <a:bodyPr wrap="square" rtlCol="0">
            <a:spAutoFit/>
          </a:bodyPr>
          <a:lstStyle/>
          <a:p>
            <a:pPr algn="ctr"/>
            <a:r>
              <a:rPr lang="en-US" altLang="ko-KR" sz="800" dirty="0">
                <a:solidFill>
                  <a:srgbClr val="3101FF"/>
                </a:solidFill>
                <a:latin typeface="AppleSDGothicNeoM00" panose="02000503000000000000" pitchFamily="2" charset="-127"/>
                <a:ea typeface="AppleSDGothicNeoM00" panose="02000503000000000000" pitchFamily="2" charset="-127"/>
              </a:rPr>
              <a:t>IF</a:t>
            </a:r>
            <a:endParaRPr lang="ko-KR" altLang="en-US" sz="800" dirty="0">
              <a:solidFill>
                <a:srgbClr val="3101FF"/>
              </a:solidFill>
              <a:latin typeface="AppleSDGothicNeoM00" panose="02000503000000000000" pitchFamily="2" charset="-127"/>
              <a:ea typeface="AppleSDGothicNeoM00" panose="02000503000000000000" pitchFamily="2" charset="-127"/>
            </a:endParaRPr>
          </a:p>
        </p:txBody>
      </p:sp>
      <p:sp>
        <p:nvSpPr>
          <p:cNvPr id="62" name="타원 61">
            <a:extLst>
              <a:ext uri="{FF2B5EF4-FFF2-40B4-BE49-F238E27FC236}">
                <a16:creationId xmlns:a16="http://schemas.microsoft.com/office/drawing/2014/main" id="{1AA6FC6B-23BB-E6FE-9BF0-61084E435295}"/>
              </a:ext>
            </a:extLst>
          </p:cNvPr>
          <p:cNvSpPr/>
          <p:nvPr/>
        </p:nvSpPr>
        <p:spPr>
          <a:xfrm>
            <a:off x="5392920" y="2227120"/>
            <a:ext cx="2199860" cy="2199860"/>
          </a:xfrm>
          <a:prstGeom prst="ellipse">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63" name="타원 62">
            <a:extLst>
              <a:ext uri="{FF2B5EF4-FFF2-40B4-BE49-F238E27FC236}">
                <a16:creationId xmlns:a16="http://schemas.microsoft.com/office/drawing/2014/main" id="{D131B1F8-4262-67CD-9F5D-E3EED815C15A}"/>
              </a:ext>
            </a:extLst>
          </p:cNvPr>
          <p:cNvSpPr/>
          <p:nvPr/>
        </p:nvSpPr>
        <p:spPr>
          <a:xfrm>
            <a:off x="5079531" y="1927222"/>
            <a:ext cx="2826159" cy="2826159"/>
          </a:xfrm>
          <a:prstGeom prst="ellipse">
            <a:avLst/>
          </a:prstGeom>
          <a:noFill/>
          <a:ln w="12700">
            <a:solidFill>
              <a:schemeClr val="tx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64" name="타원 63">
            <a:extLst>
              <a:ext uri="{FF2B5EF4-FFF2-40B4-BE49-F238E27FC236}">
                <a16:creationId xmlns:a16="http://schemas.microsoft.com/office/drawing/2014/main" id="{033E43DB-8BD5-A7AF-19AC-09F33E0CB2A2}"/>
              </a:ext>
            </a:extLst>
          </p:cNvPr>
          <p:cNvSpPr/>
          <p:nvPr/>
        </p:nvSpPr>
        <p:spPr>
          <a:xfrm>
            <a:off x="4672041" y="1533902"/>
            <a:ext cx="3627305" cy="3627305"/>
          </a:xfrm>
          <a:prstGeom prst="ellipse">
            <a:avLst/>
          </a:prstGeom>
          <a:noFill/>
          <a:ln w="12700">
            <a:solidFill>
              <a:schemeClr val="tx1"/>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65" name="TextBox 64">
            <a:extLst>
              <a:ext uri="{FF2B5EF4-FFF2-40B4-BE49-F238E27FC236}">
                <a16:creationId xmlns:a16="http://schemas.microsoft.com/office/drawing/2014/main" id="{038298B2-83FF-C484-FF1B-F0FAB0FAA75E}"/>
              </a:ext>
            </a:extLst>
          </p:cNvPr>
          <p:cNvSpPr txBox="1"/>
          <p:nvPr/>
        </p:nvSpPr>
        <p:spPr>
          <a:xfrm>
            <a:off x="5937249" y="2021904"/>
            <a:ext cx="1138874" cy="276999"/>
          </a:xfrm>
          <a:prstGeom prst="rect">
            <a:avLst/>
          </a:prstGeom>
          <a:noFill/>
        </p:spPr>
        <p:txBody>
          <a:bodyPr wrap="square" rtlCol="0">
            <a:spAutoFit/>
          </a:bodyPr>
          <a:lstStyle/>
          <a:p>
            <a:pPr algn="ctr"/>
            <a:r>
              <a:rPr lang="en-US" altLang="ko-KR" sz="1200" dirty="0">
                <a:latin typeface="AppleSDGothicNeoM00" panose="02000503000000000000" pitchFamily="2" charset="-127"/>
                <a:ea typeface="AppleSDGothicNeoM00" panose="02000503000000000000" pitchFamily="2" charset="-127"/>
              </a:rPr>
              <a:t>Inner ring </a:t>
            </a:r>
            <a:endParaRPr lang="ko-KR" altLang="en-US" sz="1200" dirty="0">
              <a:latin typeface="AppleSDGothicNeoM00" panose="02000503000000000000" pitchFamily="2" charset="-127"/>
              <a:ea typeface="AppleSDGothicNeoM00" panose="02000503000000000000" pitchFamily="2" charset="-127"/>
            </a:endParaRPr>
          </a:p>
        </p:txBody>
      </p:sp>
      <p:sp>
        <p:nvSpPr>
          <p:cNvPr id="66" name="TextBox 65">
            <a:extLst>
              <a:ext uri="{FF2B5EF4-FFF2-40B4-BE49-F238E27FC236}">
                <a16:creationId xmlns:a16="http://schemas.microsoft.com/office/drawing/2014/main" id="{21EFAC6B-C828-862F-E81C-DEDE4D69BDBC}"/>
              </a:ext>
            </a:extLst>
          </p:cNvPr>
          <p:cNvSpPr txBox="1"/>
          <p:nvPr/>
        </p:nvSpPr>
        <p:spPr>
          <a:xfrm>
            <a:off x="5761469" y="1334492"/>
            <a:ext cx="1432812" cy="276999"/>
          </a:xfrm>
          <a:prstGeom prst="rect">
            <a:avLst/>
          </a:prstGeom>
          <a:noFill/>
        </p:spPr>
        <p:txBody>
          <a:bodyPr wrap="square" rtlCol="0">
            <a:spAutoFit/>
          </a:bodyPr>
          <a:lstStyle/>
          <a:p>
            <a:pPr algn="ctr"/>
            <a:r>
              <a:rPr lang="en-US" altLang="ko-KR" sz="1200" dirty="0">
                <a:latin typeface="AppleSDGothicNeoM00" panose="02000503000000000000" pitchFamily="2" charset="-127"/>
                <a:ea typeface="AppleSDGothicNeoM00" panose="02000503000000000000" pitchFamily="2" charset="-127"/>
              </a:rPr>
              <a:t>Outer ring </a:t>
            </a:r>
            <a:endParaRPr lang="ko-KR" altLang="en-US" sz="1200" dirty="0">
              <a:latin typeface="AppleSDGothicNeoM00" panose="02000503000000000000" pitchFamily="2" charset="-127"/>
              <a:ea typeface="AppleSDGothicNeoM00" panose="02000503000000000000" pitchFamily="2" charset="-127"/>
            </a:endParaRPr>
          </a:p>
        </p:txBody>
      </p:sp>
      <p:sp>
        <p:nvSpPr>
          <p:cNvPr id="67" name="TextBox 66">
            <a:extLst>
              <a:ext uri="{FF2B5EF4-FFF2-40B4-BE49-F238E27FC236}">
                <a16:creationId xmlns:a16="http://schemas.microsoft.com/office/drawing/2014/main" id="{DC206ECB-E8DE-D1A5-1794-74EAE82FD853}"/>
              </a:ext>
            </a:extLst>
          </p:cNvPr>
          <p:cNvSpPr txBox="1"/>
          <p:nvPr/>
        </p:nvSpPr>
        <p:spPr>
          <a:xfrm>
            <a:off x="6268321" y="3147042"/>
            <a:ext cx="467472" cy="215444"/>
          </a:xfrm>
          <a:prstGeom prst="rect">
            <a:avLst/>
          </a:prstGeom>
          <a:noFill/>
        </p:spPr>
        <p:txBody>
          <a:bodyPr wrap="square" rtlCol="0">
            <a:spAutoFit/>
          </a:bodyPr>
          <a:lstStyle/>
          <a:p>
            <a:pPr algn="ctr"/>
            <a:r>
              <a:rPr lang="en-US" altLang="ko-KR" sz="800" dirty="0">
                <a:solidFill>
                  <a:srgbClr val="3101FF"/>
                </a:solidFill>
                <a:latin typeface="AppleSDGothicNeoM00" panose="02000503000000000000" pitchFamily="2" charset="-127"/>
                <a:ea typeface="AppleSDGothicNeoM00" panose="02000503000000000000" pitchFamily="2" charset="-127"/>
              </a:rPr>
              <a:t>FATO</a:t>
            </a:r>
            <a:endParaRPr lang="ko-KR" altLang="en-US" sz="800" dirty="0">
              <a:solidFill>
                <a:srgbClr val="3101FF"/>
              </a:solidFill>
              <a:latin typeface="AppleSDGothicNeoM00" panose="02000503000000000000" pitchFamily="2" charset="-127"/>
              <a:ea typeface="AppleSDGothicNeoM00" panose="02000503000000000000" pitchFamily="2" charset="-127"/>
            </a:endParaRPr>
          </a:p>
        </p:txBody>
      </p:sp>
      <p:sp>
        <p:nvSpPr>
          <p:cNvPr id="68" name="TextBox 67">
            <a:extLst>
              <a:ext uri="{FF2B5EF4-FFF2-40B4-BE49-F238E27FC236}">
                <a16:creationId xmlns:a16="http://schemas.microsoft.com/office/drawing/2014/main" id="{0D51C525-2EC5-77C6-20A1-01DDA43E6706}"/>
              </a:ext>
            </a:extLst>
          </p:cNvPr>
          <p:cNvSpPr txBox="1"/>
          <p:nvPr/>
        </p:nvSpPr>
        <p:spPr>
          <a:xfrm>
            <a:off x="6744514" y="3139497"/>
            <a:ext cx="519459" cy="230832"/>
          </a:xfrm>
          <a:prstGeom prst="rect">
            <a:avLst/>
          </a:prstGeom>
          <a:noFill/>
        </p:spPr>
        <p:txBody>
          <a:bodyPr wrap="square" rtlCol="0">
            <a:spAutoFit/>
          </a:bodyPr>
          <a:lstStyle/>
          <a:p>
            <a:pPr algn="ctr"/>
            <a:r>
              <a:rPr lang="en-US" altLang="ko-KR" sz="900" dirty="0">
                <a:latin typeface="AppleSDGothicNeoM00" panose="02000503000000000000" pitchFamily="2" charset="-127"/>
                <a:ea typeface="AppleSDGothicNeoM00" panose="02000503000000000000" pitchFamily="2" charset="-127"/>
              </a:rPr>
              <a:t>leg 3</a:t>
            </a:r>
            <a:endParaRPr lang="ko-KR" altLang="en-US" sz="900" dirty="0">
              <a:latin typeface="AppleSDGothicNeoM00" panose="02000503000000000000" pitchFamily="2" charset="-127"/>
              <a:ea typeface="AppleSDGothicNeoM00" panose="02000503000000000000" pitchFamily="2" charset="-127"/>
            </a:endParaRPr>
          </a:p>
        </p:txBody>
      </p:sp>
      <p:sp>
        <p:nvSpPr>
          <p:cNvPr id="69" name="TextBox 68">
            <a:extLst>
              <a:ext uri="{FF2B5EF4-FFF2-40B4-BE49-F238E27FC236}">
                <a16:creationId xmlns:a16="http://schemas.microsoft.com/office/drawing/2014/main" id="{6232892E-1E06-9F75-BD0D-FE04B6B133D8}"/>
              </a:ext>
            </a:extLst>
          </p:cNvPr>
          <p:cNvSpPr txBox="1"/>
          <p:nvPr/>
        </p:nvSpPr>
        <p:spPr>
          <a:xfrm rot="3211449">
            <a:off x="7845815" y="3335601"/>
            <a:ext cx="435486" cy="230832"/>
          </a:xfrm>
          <a:prstGeom prst="rect">
            <a:avLst/>
          </a:prstGeom>
          <a:noFill/>
        </p:spPr>
        <p:txBody>
          <a:bodyPr wrap="square" rtlCol="0">
            <a:spAutoFit/>
          </a:bodyPr>
          <a:lstStyle/>
          <a:p>
            <a:pPr algn="ctr"/>
            <a:r>
              <a:rPr lang="en-US" altLang="ko-KR" sz="900" dirty="0">
                <a:latin typeface="AppleSDGothicNeoM00" panose="02000503000000000000" pitchFamily="2" charset="-127"/>
                <a:ea typeface="AppleSDGothicNeoM00" panose="02000503000000000000" pitchFamily="2" charset="-127"/>
              </a:rPr>
              <a:t>leg 2</a:t>
            </a:r>
            <a:endParaRPr lang="ko-KR" altLang="en-US" sz="900" dirty="0">
              <a:latin typeface="AppleSDGothicNeoM00" panose="02000503000000000000" pitchFamily="2" charset="-127"/>
              <a:ea typeface="AppleSDGothicNeoM00" panose="02000503000000000000" pitchFamily="2" charset="-127"/>
            </a:endParaRPr>
          </a:p>
        </p:txBody>
      </p:sp>
      <p:sp>
        <p:nvSpPr>
          <p:cNvPr id="70" name="TextBox 69">
            <a:extLst>
              <a:ext uri="{FF2B5EF4-FFF2-40B4-BE49-F238E27FC236}">
                <a16:creationId xmlns:a16="http://schemas.microsoft.com/office/drawing/2014/main" id="{56AF7788-9DE6-DCF4-D888-4782277D68C5}"/>
              </a:ext>
            </a:extLst>
          </p:cNvPr>
          <p:cNvSpPr txBox="1"/>
          <p:nvPr/>
        </p:nvSpPr>
        <p:spPr>
          <a:xfrm rot="18506449">
            <a:off x="7819798" y="4388667"/>
            <a:ext cx="468771" cy="230832"/>
          </a:xfrm>
          <a:prstGeom prst="rect">
            <a:avLst/>
          </a:prstGeom>
          <a:noFill/>
        </p:spPr>
        <p:txBody>
          <a:bodyPr wrap="square" rtlCol="0">
            <a:spAutoFit/>
          </a:bodyPr>
          <a:lstStyle/>
          <a:p>
            <a:pPr algn="ctr"/>
            <a:r>
              <a:rPr lang="en-US" altLang="ko-KR" sz="900" dirty="0">
                <a:latin typeface="AppleSDGothicNeoM00" panose="02000503000000000000" pitchFamily="2" charset="-127"/>
                <a:ea typeface="AppleSDGothicNeoM00" panose="02000503000000000000" pitchFamily="2" charset="-127"/>
              </a:rPr>
              <a:t>leg 1</a:t>
            </a:r>
            <a:endParaRPr lang="ko-KR" altLang="en-US" sz="900" dirty="0">
              <a:latin typeface="AppleSDGothicNeoM00" panose="02000503000000000000" pitchFamily="2" charset="-127"/>
              <a:ea typeface="AppleSDGothicNeoM00" panose="02000503000000000000" pitchFamily="2" charset="-127"/>
            </a:endParaRPr>
          </a:p>
        </p:txBody>
      </p:sp>
      <p:sp>
        <p:nvSpPr>
          <p:cNvPr id="71" name="원호 70">
            <a:extLst>
              <a:ext uri="{FF2B5EF4-FFF2-40B4-BE49-F238E27FC236}">
                <a16:creationId xmlns:a16="http://schemas.microsoft.com/office/drawing/2014/main" id="{CE09A6B1-8700-EA32-BD1D-E2996F52ED81}"/>
              </a:ext>
            </a:extLst>
          </p:cNvPr>
          <p:cNvSpPr/>
          <p:nvPr/>
        </p:nvSpPr>
        <p:spPr>
          <a:xfrm rot="5400000">
            <a:off x="4676879" y="1538744"/>
            <a:ext cx="3646144" cy="3598788"/>
          </a:xfrm>
          <a:prstGeom prst="arc">
            <a:avLst>
              <a:gd name="adj1" fmla="val 17606385"/>
              <a:gd name="adj2" fmla="val 19030461"/>
            </a:avLst>
          </a:prstGeom>
          <a:noFill/>
          <a:ln w="127000">
            <a:solidFill>
              <a:schemeClr val="accent2">
                <a:alpha val="47000"/>
              </a:schemeClr>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ko-KR" altLang="en-US" dirty="0">
              <a:highlight>
                <a:srgbClr val="FF0000"/>
              </a:highlight>
            </a:endParaRPr>
          </a:p>
        </p:txBody>
      </p:sp>
      <p:cxnSp>
        <p:nvCxnSpPr>
          <p:cNvPr id="72" name="직선 연결선 71">
            <a:extLst>
              <a:ext uri="{FF2B5EF4-FFF2-40B4-BE49-F238E27FC236}">
                <a16:creationId xmlns:a16="http://schemas.microsoft.com/office/drawing/2014/main" id="{3D202F8F-55A6-2225-B255-EC8112E1BFBF}"/>
              </a:ext>
            </a:extLst>
          </p:cNvPr>
          <p:cNvCxnSpPr>
            <a:cxnSpLocks/>
          </p:cNvCxnSpPr>
          <p:nvPr/>
        </p:nvCxnSpPr>
        <p:spPr>
          <a:xfrm>
            <a:off x="6492610" y="3324851"/>
            <a:ext cx="1090364" cy="24815"/>
          </a:xfrm>
          <a:prstGeom prst="line">
            <a:avLst/>
          </a:prstGeom>
          <a:ln w="101600">
            <a:solidFill>
              <a:srgbClr val="FFFF00">
                <a:alpha val="50000"/>
              </a:srgbClr>
            </a:solidFill>
          </a:ln>
        </p:spPr>
        <p:style>
          <a:lnRef idx="2">
            <a:schemeClr val="accent1"/>
          </a:lnRef>
          <a:fillRef idx="0">
            <a:schemeClr val="accent1"/>
          </a:fillRef>
          <a:effectRef idx="1">
            <a:schemeClr val="accent1"/>
          </a:effectRef>
          <a:fontRef idx="minor">
            <a:schemeClr val="tx1"/>
          </a:fontRef>
        </p:style>
      </p:cxnSp>
      <p:sp>
        <p:nvSpPr>
          <p:cNvPr id="73" name="원호 72">
            <a:extLst>
              <a:ext uri="{FF2B5EF4-FFF2-40B4-BE49-F238E27FC236}">
                <a16:creationId xmlns:a16="http://schemas.microsoft.com/office/drawing/2014/main" id="{15A71C04-C984-730F-9A1F-0046A2D08F16}"/>
              </a:ext>
            </a:extLst>
          </p:cNvPr>
          <p:cNvSpPr/>
          <p:nvPr/>
        </p:nvSpPr>
        <p:spPr>
          <a:xfrm>
            <a:off x="7143346" y="3354523"/>
            <a:ext cx="817806" cy="743339"/>
          </a:xfrm>
          <a:prstGeom prst="arc">
            <a:avLst>
              <a:gd name="adj1" fmla="val 16655443"/>
              <a:gd name="adj2" fmla="val 19669435"/>
            </a:avLst>
          </a:prstGeom>
          <a:ln w="101600">
            <a:solidFill>
              <a:srgbClr val="FFC000">
                <a:alpha val="50000"/>
              </a:srgbClr>
            </a:solidFill>
            <a:prstDash val="solid"/>
          </a:ln>
        </p:spPr>
        <p:style>
          <a:lnRef idx="1">
            <a:schemeClr val="dk1"/>
          </a:lnRef>
          <a:fillRef idx="0">
            <a:schemeClr val="dk1"/>
          </a:fillRef>
          <a:effectRef idx="0">
            <a:schemeClr val="dk1"/>
          </a:effectRef>
          <a:fontRef idx="minor">
            <a:schemeClr val="tx1"/>
          </a:fontRef>
        </p:style>
        <p:txBody>
          <a:bodyPr rtlCol="0" anchor="ctr"/>
          <a:lstStyle/>
          <a:p>
            <a:pPr algn="ctr"/>
            <a:endParaRPr lang="ko-KR" altLang="en-US"/>
          </a:p>
        </p:txBody>
      </p:sp>
      <p:sp>
        <p:nvSpPr>
          <p:cNvPr id="74" name="원호 73">
            <a:extLst>
              <a:ext uri="{FF2B5EF4-FFF2-40B4-BE49-F238E27FC236}">
                <a16:creationId xmlns:a16="http://schemas.microsoft.com/office/drawing/2014/main" id="{D608E48F-F17B-CA82-70EF-6E8E354DC25C}"/>
              </a:ext>
            </a:extLst>
          </p:cNvPr>
          <p:cNvSpPr/>
          <p:nvPr/>
        </p:nvSpPr>
        <p:spPr>
          <a:xfrm rot="3047426">
            <a:off x="5213812" y="2954508"/>
            <a:ext cx="3000144" cy="3000144"/>
          </a:xfrm>
          <a:prstGeom prst="arc">
            <a:avLst>
              <a:gd name="adj1" fmla="val 16209912"/>
              <a:gd name="adj2" fmla="val 17596428"/>
            </a:avLst>
          </a:prstGeom>
          <a:ln w="101600">
            <a:solidFill>
              <a:srgbClr val="FFC000">
                <a:alpha val="50000"/>
              </a:srgbClr>
            </a:solidFill>
            <a:prstDash val="solid"/>
          </a:ln>
        </p:spPr>
        <p:style>
          <a:lnRef idx="1">
            <a:schemeClr val="dk1"/>
          </a:lnRef>
          <a:fillRef idx="0">
            <a:schemeClr val="dk1"/>
          </a:fillRef>
          <a:effectRef idx="0">
            <a:schemeClr val="dk1"/>
          </a:effectRef>
          <a:fontRef idx="minor">
            <a:schemeClr val="tx1"/>
          </a:fontRef>
        </p:style>
        <p:txBody>
          <a:bodyPr rtlCol="0" anchor="ctr"/>
          <a:lstStyle/>
          <a:p>
            <a:pPr algn="ctr"/>
            <a:endParaRPr lang="ko-KR" altLang="en-US"/>
          </a:p>
        </p:txBody>
      </p:sp>
      <p:grpSp>
        <p:nvGrpSpPr>
          <p:cNvPr id="75" name="그룹 74">
            <a:extLst>
              <a:ext uri="{FF2B5EF4-FFF2-40B4-BE49-F238E27FC236}">
                <a16:creationId xmlns:a16="http://schemas.microsoft.com/office/drawing/2014/main" id="{095B7E41-5C2B-6BA1-ED4E-FC6706E4320D}"/>
              </a:ext>
            </a:extLst>
          </p:cNvPr>
          <p:cNvGrpSpPr/>
          <p:nvPr/>
        </p:nvGrpSpPr>
        <p:grpSpPr>
          <a:xfrm rot="5400000">
            <a:off x="5211994" y="2939626"/>
            <a:ext cx="3000144" cy="3000144"/>
            <a:chOff x="2651820" y="1798634"/>
            <a:chExt cx="3000144" cy="3000144"/>
          </a:xfrm>
        </p:grpSpPr>
        <p:sp>
          <p:nvSpPr>
            <p:cNvPr id="76" name="원호 75">
              <a:extLst>
                <a:ext uri="{FF2B5EF4-FFF2-40B4-BE49-F238E27FC236}">
                  <a16:creationId xmlns:a16="http://schemas.microsoft.com/office/drawing/2014/main" id="{4CEA0F01-7A85-41C6-51F7-2CC1AFCADB28}"/>
                </a:ext>
              </a:extLst>
            </p:cNvPr>
            <p:cNvSpPr/>
            <p:nvPr/>
          </p:nvSpPr>
          <p:spPr>
            <a:xfrm rot="16200000">
              <a:off x="3023781" y="2087955"/>
              <a:ext cx="817806" cy="743339"/>
            </a:xfrm>
            <a:prstGeom prst="arc">
              <a:avLst>
                <a:gd name="adj1" fmla="val 16200000"/>
                <a:gd name="adj2" fmla="val 19578583"/>
              </a:avLst>
            </a:prstGeom>
            <a:ln>
              <a:solidFill>
                <a:srgbClr val="3101FF"/>
              </a:solidFill>
              <a:prstDash val="sysDot"/>
            </a:ln>
          </p:spPr>
          <p:style>
            <a:lnRef idx="1">
              <a:schemeClr val="dk1"/>
            </a:lnRef>
            <a:fillRef idx="0">
              <a:schemeClr val="dk1"/>
            </a:fillRef>
            <a:effectRef idx="0">
              <a:schemeClr val="dk1"/>
            </a:effectRef>
            <a:fontRef idx="minor">
              <a:schemeClr val="tx1"/>
            </a:fontRef>
          </p:style>
          <p:txBody>
            <a:bodyPr rtlCol="0" anchor="ctr"/>
            <a:lstStyle/>
            <a:p>
              <a:pPr algn="ctr"/>
              <a:endParaRPr lang="ko-KR" altLang="en-US"/>
            </a:p>
          </p:txBody>
        </p:sp>
        <p:cxnSp>
          <p:nvCxnSpPr>
            <p:cNvPr id="77" name="직선 연결선 76">
              <a:extLst>
                <a:ext uri="{FF2B5EF4-FFF2-40B4-BE49-F238E27FC236}">
                  <a16:creationId xmlns:a16="http://schemas.microsoft.com/office/drawing/2014/main" id="{C49487DD-61F5-CF72-D5C7-BB58CC4FB280}"/>
                </a:ext>
              </a:extLst>
            </p:cNvPr>
            <p:cNvCxnSpPr>
              <a:cxnSpLocks/>
            </p:cNvCxnSpPr>
            <p:nvPr/>
          </p:nvCxnSpPr>
          <p:spPr>
            <a:xfrm flipV="1">
              <a:off x="3061253" y="2411896"/>
              <a:ext cx="0" cy="1113182"/>
            </a:xfrm>
            <a:prstGeom prst="line">
              <a:avLst/>
            </a:prstGeom>
            <a:ln>
              <a:solidFill>
                <a:srgbClr val="3101FF"/>
              </a:solidFill>
              <a:prstDash val="sysDot"/>
            </a:ln>
          </p:spPr>
          <p:style>
            <a:lnRef idx="2">
              <a:schemeClr val="dk1"/>
            </a:lnRef>
            <a:fillRef idx="0">
              <a:schemeClr val="dk1"/>
            </a:fillRef>
            <a:effectRef idx="1">
              <a:schemeClr val="dk1"/>
            </a:effectRef>
            <a:fontRef idx="minor">
              <a:schemeClr val="tx1"/>
            </a:fontRef>
          </p:style>
        </p:cxnSp>
        <p:sp>
          <p:nvSpPr>
            <p:cNvPr id="78" name="원호 77">
              <a:extLst>
                <a:ext uri="{FF2B5EF4-FFF2-40B4-BE49-F238E27FC236}">
                  <a16:creationId xmlns:a16="http://schemas.microsoft.com/office/drawing/2014/main" id="{782B766B-C098-1259-9C21-1867187DC7EB}"/>
                </a:ext>
              </a:extLst>
            </p:cNvPr>
            <p:cNvSpPr/>
            <p:nvPr/>
          </p:nvSpPr>
          <p:spPr>
            <a:xfrm rot="19275487">
              <a:off x="2651820" y="1798634"/>
              <a:ext cx="3000144" cy="3000144"/>
            </a:xfrm>
            <a:prstGeom prst="arc">
              <a:avLst>
                <a:gd name="adj1" fmla="val 16200000"/>
                <a:gd name="adj2" fmla="val 17619969"/>
              </a:avLst>
            </a:prstGeom>
            <a:ln>
              <a:solidFill>
                <a:srgbClr val="3101FF"/>
              </a:solidFill>
              <a:prstDash val="sysDot"/>
            </a:ln>
          </p:spPr>
          <p:style>
            <a:lnRef idx="1">
              <a:schemeClr val="dk1"/>
            </a:lnRef>
            <a:fillRef idx="0">
              <a:schemeClr val="dk1"/>
            </a:fillRef>
            <a:effectRef idx="0">
              <a:schemeClr val="dk1"/>
            </a:effectRef>
            <a:fontRef idx="minor">
              <a:schemeClr val="tx1"/>
            </a:fontRef>
          </p:style>
          <p:txBody>
            <a:bodyPr rtlCol="0" anchor="ctr"/>
            <a:lstStyle/>
            <a:p>
              <a:pPr algn="ctr"/>
              <a:endParaRPr lang="ko-KR" altLang="en-US"/>
            </a:p>
          </p:txBody>
        </p:sp>
      </p:grpSp>
      <p:cxnSp>
        <p:nvCxnSpPr>
          <p:cNvPr id="79" name="직선 연결선 78">
            <a:extLst>
              <a:ext uri="{FF2B5EF4-FFF2-40B4-BE49-F238E27FC236}">
                <a16:creationId xmlns:a16="http://schemas.microsoft.com/office/drawing/2014/main" id="{63B7C681-1FE4-892B-FF97-E0FB93307887}"/>
              </a:ext>
            </a:extLst>
          </p:cNvPr>
          <p:cNvCxnSpPr>
            <a:cxnSpLocks/>
          </p:cNvCxnSpPr>
          <p:nvPr/>
        </p:nvCxnSpPr>
        <p:spPr>
          <a:xfrm>
            <a:off x="6496609" y="5841083"/>
            <a:ext cx="1096171" cy="8010"/>
          </a:xfrm>
          <a:prstGeom prst="line">
            <a:avLst/>
          </a:prstGeom>
          <a:ln w="19050">
            <a:solidFill>
              <a:schemeClr val="tx1"/>
            </a:solidFill>
            <a:headEnd type="diamond" w="med" len="med"/>
            <a:tailEnd type="diamond" w="med" len="med"/>
          </a:ln>
        </p:spPr>
        <p:style>
          <a:lnRef idx="2">
            <a:schemeClr val="accent1"/>
          </a:lnRef>
          <a:fillRef idx="0">
            <a:schemeClr val="accent1"/>
          </a:fillRef>
          <a:effectRef idx="1">
            <a:schemeClr val="accent1"/>
          </a:effectRef>
          <a:fontRef idx="minor">
            <a:schemeClr val="tx1"/>
          </a:fontRef>
        </p:style>
      </p:cxnSp>
      <p:cxnSp>
        <p:nvCxnSpPr>
          <p:cNvPr id="80" name="직선 연결선 79">
            <a:extLst>
              <a:ext uri="{FF2B5EF4-FFF2-40B4-BE49-F238E27FC236}">
                <a16:creationId xmlns:a16="http://schemas.microsoft.com/office/drawing/2014/main" id="{2BB395A3-411E-165D-459F-09E1DE01737F}"/>
              </a:ext>
            </a:extLst>
          </p:cNvPr>
          <p:cNvCxnSpPr>
            <a:cxnSpLocks/>
          </p:cNvCxnSpPr>
          <p:nvPr/>
        </p:nvCxnSpPr>
        <p:spPr>
          <a:xfrm>
            <a:off x="7592780" y="5841083"/>
            <a:ext cx="312910" cy="0"/>
          </a:xfrm>
          <a:prstGeom prst="line">
            <a:avLst/>
          </a:prstGeom>
          <a:ln w="19050">
            <a:solidFill>
              <a:schemeClr val="tx1"/>
            </a:solidFill>
            <a:headEnd type="diamond" w="med" len="med"/>
            <a:tailEnd type="diamond" w="med" len="med"/>
          </a:ln>
        </p:spPr>
        <p:style>
          <a:lnRef idx="2">
            <a:schemeClr val="accent1"/>
          </a:lnRef>
          <a:fillRef idx="0">
            <a:schemeClr val="accent1"/>
          </a:fillRef>
          <a:effectRef idx="1">
            <a:schemeClr val="accent1"/>
          </a:effectRef>
          <a:fontRef idx="minor">
            <a:schemeClr val="tx1"/>
          </a:fontRef>
        </p:style>
      </p:cxnSp>
      <p:cxnSp>
        <p:nvCxnSpPr>
          <p:cNvPr id="81" name="직선 연결선 80">
            <a:extLst>
              <a:ext uri="{FF2B5EF4-FFF2-40B4-BE49-F238E27FC236}">
                <a16:creationId xmlns:a16="http://schemas.microsoft.com/office/drawing/2014/main" id="{8821F324-83DF-6F7C-F44C-797BEB159925}"/>
              </a:ext>
            </a:extLst>
          </p:cNvPr>
          <p:cNvCxnSpPr>
            <a:cxnSpLocks/>
          </p:cNvCxnSpPr>
          <p:nvPr/>
        </p:nvCxnSpPr>
        <p:spPr>
          <a:xfrm>
            <a:off x="7898534" y="5841083"/>
            <a:ext cx="349955" cy="0"/>
          </a:xfrm>
          <a:prstGeom prst="line">
            <a:avLst/>
          </a:prstGeom>
          <a:ln w="19050">
            <a:solidFill>
              <a:schemeClr val="tx1"/>
            </a:solidFill>
            <a:headEnd type="diamond" w="med" len="med"/>
            <a:tailEnd type="diamond" w="med" len="med"/>
          </a:ln>
        </p:spPr>
        <p:style>
          <a:lnRef idx="2">
            <a:schemeClr val="accent1"/>
          </a:lnRef>
          <a:fillRef idx="0">
            <a:schemeClr val="accent1"/>
          </a:fillRef>
          <a:effectRef idx="1">
            <a:schemeClr val="accent1"/>
          </a:effectRef>
          <a:fontRef idx="minor">
            <a:schemeClr val="tx1"/>
          </a:fontRef>
        </p:style>
      </p:cxnSp>
      <p:cxnSp>
        <p:nvCxnSpPr>
          <p:cNvPr id="82" name="직선 연결선 81">
            <a:extLst>
              <a:ext uri="{FF2B5EF4-FFF2-40B4-BE49-F238E27FC236}">
                <a16:creationId xmlns:a16="http://schemas.microsoft.com/office/drawing/2014/main" id="{E4A2E334-4FAE-D2D4-711F-1D18C09F56EF}"/>
              </a:ext>
            </a:extLst>
          </p:cNvPr>
          <p:cNvCxnSpPr>
            <a:cxnSpLocks/>
          </p:cNvCxnSpPr>
          <p:nvPr/>
        </p:nvCxnSpPr>
        <p:spPr>
          <a:xfrm>
            <a:off x="6494884" y="5845146"/>
            <a:ext cx="0" cy="129567"/>
          </a:xfrm>
          <a:prstGeom prst="line">
            <a:avLst/>
          </a:prstGeom>
          <a:ln w="19050">
            <a:solidFill>
              <a:schemeClr val="tx1"/>
            </a:solidFill>
            <a:headEnd type="diamond" w="med" len="med"/>
            <a:tailEnd type="diamond" w="med" len="med"/>
          </a:ln>
        </p:spPr>
        <p:style>
          <a:lnRef idx="2">
            <a:schemeClr val="accent1"/>
          </a:lnRef>
          <a:fillRef idx="0">
            <a:schemeClr val="accent1"/>
          </a:fillRef>
          <a:effectRef idx="1">
            <a:schemeClr val="accent1"/>
          </a:effectRef>
          <a:fontRef idx="minor">
            <a:schemeClr val="tx1"/>
          </a:fontRef>
        </p:style>
      </p:cxnSp>
      <p:cxnSp>
        <p:nvCxnSpPr>
          <p:cNvPr id="83" name="직선 연결선 82">
            <a:extLst>
              <a:ext uri="{FF2B5EF4-FFF2-40B4-BE49-F238E27FC236}">
                <a16:creationId xmlns:a16="http://schemas.microsoft.com/office/drawing/2014/main" id="{BAF84165-7158-F624-62B9-88B6907573EB}"/>
              </a:ext>
            </a:extLst>
          </p:cNvPr>
          <p:cNvCxnSpPr>
            <a:cxnSpLocks/>
          </p:cNvCxnSpPr>
          <p:nvPr/>
        </p:nvCxnSpPr>
        <p:spPr>
          <a:xfrm>
            <a:off x="7592780" y="5301245"/>
            <a:ext cx="0" cy="547848"/>
          </a:xfrm>
          <a:prstGeom prst="line">
            <a:avLst/>
          </a:prstGeom>
          <a:ln w="19050">
            <a:solidFill>
              <a:schemeClr val="tx1"/>
            </a:solidFill>
            <a:headEnd type="diamond" w="med" len="med"/>
            <a:tailEnd type="diamond" w="med" len="med"/>
          </a:ln>
        </p:spPr>
        <p:style>
          <a:lnRef idx="2">
            <a:schemeClr val="accent1"/>
          </a:lnRef>
          <a:fillRef idx="0">
            <a:schemeClr val="accent1"/>
          </a:fillRef>
          <a:effectRef idx="1">
            <a:schemeClr val="accent1"/>
          </a:effectRef>
          <a:fontRef idx="minor">
            <a:schemeClr val="tx1"/>
          </a:fontRef>
        </p:style>
      </p:cxnSp>
      <p:cxnSp>
        <p:nvCxnSpPr>
          <p:cNvPr id="84" name="직선 연결선 83">
            <a:extLst>
              <a:ext uri="{FF2B5EF4-FFF2-40B4-BE49-F238E27FC236}">
                <a16:creationId xmlns:a16="http://schemas.microsoft.com/office/drawing/2014/main" id="{FE8DEFF6-FF09-211B-2F40-16E1394CBABD}"/>
              </a:ext>
            </a:extLst>
          </p:cNvPr>
          <p:cNvCxnSpPr>
            <a:cxnSpLocks/>
          </p:cNvCxnSpPr>
          <p:nvPr/>
        </p:nvCxnSpPr>
        <p:spPr>
          <a:xfrm>
            <a:off x="7901779" y="5301245"/>
            <a:ext cx="0" cy="547848"/>
          </a:xfrm>
          <a:prstGeom prst="line">
            <a:avLst/>
          </a:prstGeom>
          <a:ln w="19050">
            <a:solidFill>
              <a:schemeClr val="tx1"/>
            </a:solidFill>
            <a:headEnd type="diamond" w="med" len="med"/>
            <a:tailEnd type="diamond" w="med" len="med"/>
          </a:ln>
        </p:spPr>
        <p:style>
          <a:lnRef idx="2">
            <a:schemeClr val="accent1"/>
          </a:lnRef>
          <a:fillRef idx="0">
            <a:schemeClr val="accent1"/>
          </a:fillRef>
          <a:effectRef idx="1">
            <a:schemeClr val="accent1"/>
          </a:effectRef>
          <a:fontRef idx="minor">
            <a:schemeClr val="tx1"/>
          </a:fontRef>
        </p:style>
      </p:cxnSp>
      <p:cxnSp>
        <p:nvCxnSpPr>
          <p:cNvPr id="85" name="직선 연결선 84">
            <a:extLst>
              <a:ext uri="{FF2B5EF4-FFF2-40B4-BE49-F238E27FC236}">
                <a16:creationId xmlns:a16="http://schemas.microsoft.com/office/drawing/2014/main" id="{3E266E6C-A90D-483C-586E-761D378119FC}"/>
              </a:ext>
            </a:extLst>
          </p:cNvPr>
          <p:cNvCxnSpPr>
            <a:cxnSpLocks/>
          </p:cNvCxnSpPr>
          <p:nvPr/>
        </p:nvCxnSpPr>
        <p:spPr>
          <a:xfrm flipV="1">
            <a:off x="6485694" y="5301245"/>
            <a:ext cx="1097280" cy="539838"/>
          </a:xfrm>
          <a:prstGeom prst="line">
            <a:avLst/>
          </a:prstGeom>
          <a:ln w="190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86" name="직선 연결선 85">
            <a:extLst>
              <a:ext uri="{FF2B5EF4-FFF2-40B4-BE49-F238E27FC236}">
                <a16:creationId xmlns:a16="http://schemas.microsoft.com/office/drawing/2014/main" id="{1D132D1F-63FE-3F2E-738B-93DE01704CB2}"/>
              </a:ext>
            </a:extLst>
          </p:cNvPr>
          <p:cNvCxnSpPr>
            <a:cxnSpLocks/>
          </p:cNvCxnSpPr>
          <p:nvPr/>
        </p:nvCxnSpPr>
        <p:spPr>
          <a:xfrm>
            <a:off x="8248489" y="5301245"/>
            <a:ext cx="0" cy="539837"/>
          </a:xfrm>
          <a:prstGeom prst="line">
            <a:avLst/>
          </a:prstGeom>
          <a:ln w="19050">
            <a:solidFill>
              <a:schemeClr val="tx1"/>
            </a:solidFill>
            <a:headEnd type="diamond" w="med" len="med"/>
            <a:tailEnd type="diamond" w="med" len="med"/>
          </a:ln>
        </p:spPr>
        <p:style>
          <a:lnRef idx="2">
            <a:schemeClr val="accent1"/>
          </a:lnRef>
          <a:fillRef idx="0">
            <a:schemeClr val="accent1"/>
          </a:fillRef>
          <a:effectRef idx="1">
            <a:schemeClr val="accent1"/>
          </a:effectRef>
          <a:fontRef idx="minor">
            <a:schemeClr val="tx1"/>
          </a:fontRef>
        </p:style>
      </p:cxnSp>
      <p:sp>
        <p:nvSpPr>
          <p:cNvPr id="87" name="TextBox 86">
            <a:extLst>
              <a:ext uri="{FF2B5EF4-FFF2-40B4-BE49-F238E27FC236}">
                <a16:creationId xmlns:a16="http://schemas.microsoft.com/office/drawing/2014/main" id="{AE422D65-9586-9B00-2FFD-C741E6EFCC6E}"/>
              </a:ext>
            </a:extLst>
          </p:cNvPr>
          <p:cNvSpPr txBox="1"/>
          <p:nvPr/>
        </p:nvSpPr>
        <p:spPr>
          <a:xfrm>
            <a:off x="7449565" y="5841082"/>
            <a:ext cx="384389" cy="215444"/>
          </a:xfrm>
          <a:prstGeom prst="rect">
            <a:avLst/>
          </a:prstGeom>
          <a:noFill/>
        </p:spPr>
        <p:txBody>
          <a:bodyPr wrap="square" rtlCol="0">
            <a:spAutoFit/>
          </a:bodyPr>
          <a:lstStyle/>
          <a:p>
            <a:pPr algn="ctr"/>
            <a:r>
              <a:rPr lang="en-US" altLang="ko-KR" sz="800" dirty="0" err="1">
                <a:solidFill>
                  <a:srgbClr val="FF0000"/>
                </a:solidFill>
                <a:latin typeface="AppleSDGothicNeoM00" panose="02000503000000000000" pitchFamily="2" charset="-127"/>
                <a:ea typeface="AppleSDGothicNeoM00" panose="02000503000000000000" pitchFamily="2" charset="-127"/>
              </a:rPr>
              <a:t>x</a:t>
            </a:r>
            <a:r>
              <a:rPr lang="en-US" altLang="ko-KR" sz="800" baseline="-25000" dirty="0" err="1">
                <a:solidFill>
                  <a:srgbClr val="FF0000"/>
                </a:solidFill>
                <a:latin typeface="AppleSDGothicNeoM00" panose="02000503000000000000" pitchFamily="2" charset="-127"/>
                <a:ea typeface="AppleSDGothicNeoM00" panose="02000503000000000000" pitchFamily="2" charset="-127"/>
              </a:rPr>
              <a:t>FAF</a:t>
            </a:r>
            <a:endParaRPr lang="ko-KR" altLang="en-US" sz="800" baseline="-25000" dirty="0">
              <a:solidFill>
                <a:srgbClr val="FF0000"/>
              </a:solidFill>
              <a:latin typeface="AppleSDGothicNeoM00" panose="02000503000000000000" pitchFamily="2" charset="-127"/>
              <a:ea typeface="AppleSDGothicNeoM00" panose="02000503000000000000" pitchFamily="2" charset="-127"/>
            </a:endParaRPr>
          </a:p>
        </p:txBody>
      </p:sp>
      <p:sp>
        <p:nvSpPr>
          <p:cNvPr id="88" name="TextBox 87">
            <a:extLst>
              <a:ext uri="{FF2B5EF4-FFF2-40B4-BE49-F238E27FC236}">
                <a16:creationId xmlns:a16="http://schemas.microsoft.com/office/drawing/2014/main" id="{28DB2525-8566-D30B-5DFC-746CCAEA3668}"/>
              </a:ext>
            </a:extLst>
          </p:cNvPr>
          <p:cNvSpPr txBox="1"/>
          <p:nvPr/>
        </p:nvSpPr>
        <p:spPr>
          <a:xfrm>
            <a:off x="7466413" y="3178119"/>
            <a:ext cx="439664" cy="215444"/>
          </a:xfrm>
          <a:prstGeom prst="rect">
            <a:avLst/>
          </a:prstGeom>
          <a:noFill/>
        </p:spPr>
        <p:txBody>
          <a:bodyPr wrap="square" rtlCol="0">
            <a:spAutoFit/>
          </a:bodyPr>
          <a:lstStyle/>
          <a:p>
            <a:pPr algn="ctr"/>
            <a:r>
              <a:rPr lang="en-US" altLang="ko-KR" sz="800" dirty="0">
                <a:solidFill>
                  <a:srgbClr val="3101FF"/>
                </a:solidFill>
                <a:latin typeface="AppleSDGothicNeoM00" panose="02000503000000000000" pitchFamily="2" charset="-127"/>
                <a:ea typeface="AppleSDGothicNeoM00" panose="02000503000000000000" pitchFamily="2" charset="-127"/>
              </a:rPr>
              <a:t>FAF</a:t>
            </a:r>
            <a:endParaRPr lang="ko-KR" altLang="en-US" sz="800" dirty="0">
              <a:solidFill>
                <a:srgbClr val="3101FF"/>
              </a:solidFill>
              <a:latin typeface="AppleSDGothicNeoM00" panose="02000503000000000000" pitchFamily="2" charset="-127"/>
              <a:ea typeface="AppleSDGothicNeoM00" panose="02000503000000000000" pitchFamily="2" charset="-127"/>
            </a:endParaRPr>
          </a:p>
        </p:txBody>
      </p:sp>
      <p:sp>
        <p:nvSpPr>
          <p:cNvPr id="89" name="타원 88">
            <a:extLst>
              <a:ext uri="{FF2B5EF4-FFF2-40B4-BE49-F238E27FC236}">
                <a16:creationId xmlns:a16="http://schemas.microsoft.com/office/drawing/2014/main" id="{1491B978-8F49-ABF1-019C-E9C5CF35F7A6}"/>
              </a:ext>
            </a:extLst>
          </p:cNvPr>
          <p:cNvSpPr/>
          <p:nvPr/>
        </p:nvSpPr>
        <p:spPr>
          <a:xfrm>
            <a:off x="6477875" y="3324848"/>
            <a:ext cx="45719" cy="45719"/>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ko-KR" altLang="en-US"/>
          </a:p>
        </p:txBody>
      </p:sp>
      <p:sp>
        <p:nvSpPr>
          <p:cNvPr id="90" name="타원 89">
            <a:extLst>
              <a:ext uri="{FF2B5EF4-FFF2-40B4-BE49-F238E27FC236}">
                <a16:creationId xmlns:a16="http://schemas.microsoft.com/office/drawing/2014/main" id="{D3667841-DE59-4706-F87B-588A6DB9110B}"/>
              </a:ext>
            </a:extLst>
          </p:cNvPr>
          <p:cNvSpPr/>
          <p:nvPr/>
        </p:nvSpPr>
        <p:spPr>
          <a:xfrm>
            <a:off x="7569921" y="3324848"/>
            <a:ext cx="45719" cy="45719"/>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ko-KR" altLang="en-US"/>
          </a:p>
        </p:txBody>
      </p:sp>
      <p:sp>
        <p:nvSpPr>
          <p:cNvPr id="91" name="타원 90">
            <a:extLst>
              <a:ext uri="{FF2B5EF4-FFF2-40B4-BE49-F238E27FC236}">
                <a16:creationId xmlns:a16="http://schemas.microsoft.com/office/drawing/2014/main" id="{7EBA6E35-92DD-3725-80E9-C8ED17A60054}"/>
              </a:ext>
            </a:extLst>
          </p:cNvPr>
          <p:cNvSpPr/>
          <p:nvPr/>
        </p:nvSpPr>
        <p:spPr>
          <a:xfrm>
            <a:off x="7875707" y="3503277"/>
            <a:ext cx="45719" cy="45719"/>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ko-KR" altLang="en-US"/>
          </a:p>
        </p:txBody>
      </p:sp>
      <p:sp>
        <p:nvSpPr>
          <p:cNvPr id="92" name="타원 91">
            <a:extLst>
              <a:ext uri="{FF2B5EF4-FFF2-40B4-BE49-F238E27FC236}">
                <a16:creationId xmlns:a16="http://schemas.microsoft.com/office/drawing/2014/main" id="{456C1AC5-3B72-86E0-292E-170D83ACB2EE}"/>
              </a:ext>
            </a:extLst>
          </p:cNvPr>
          <p:cNvSpPr/>
          <p:nvPr/>
        </p:nvSpPr>
        <p:spPr>
          <a:xfrm>
            <a:off x="8124846" y="4029681"/>
            <a:ext cx="45719" cy="45719"/>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ko-KR" altLang="en-US"/>
          </a:p>
        </p:txBody>
      </p:sp>
      <p:sp>
        <p:nvSpPr>
          <p:cNvPr id="93" name="TextBox 92">
            <a:extLst>
              <a:ext uri="{FF2B5EF4-FFF2-40B4-BE49-F238E27FC236}">
                <a16:creationId xmlns:a16="http://schemas.microsoft.com/office/drawing/2014/main" id="{13DC0E90-0F86-78E5-57D4-AC61F94F9102}"/>
              </a:ext>
            </a:extLst>
          </p:cNvPr>
          <p:cNvSpPr txBox="1"/>
          <p:nvPr/>
        </p:nvSpPr>
        <p:spPr>
          <a:xfrm>
            <a:off x="7786413" y="5841082"/>
            <a:ext cx="306356" cy="215444"/>
          </a:xfrm>
          <a:prstGeom prst="rect">
            <a:avLst/>
          </a:prstGeom>
          <a:noFill/>
        </p:spPr>
        <p:txBody>
          <a:bodyPr wrap="square" rtlCol="0">
            <a:spAutoFit/>
          </a:bodyPr>
          <a:lstStyle/>
          <a:p>
            <a:pPr algn="ctr"/>
            <a:r>
              <a:rPr lang="en-US" altLang="ko-KR" sz="800" dirty="0" err="1">
                <a:solidFill>
                  <a:srgbClr val="FF0000"/>
                </a:solidFill>
                <a:latin typeface="AppleSDGothicNeoM00" panose="02000503000000000000" pitchFamily="2" charset="-127"/>
                <a:ea typeface="AppleSDGothicNeoM00" panose="02000503000000000000" pitchFamily="2" charset="-127"/>
              </a:rPr>
              <a:t>x</a:t>
            </a:r>
            <a:r>
              <a:rPr lang="en-US" altLang="ko-KR" sz="800" baseline="-25000" dirty="0" err="1">
                <a:solidFill>
                  <a:srgbClr val="FF0000"/>
                </a:solidFill>
                <a:latin typeface="AppleSDGothicNeoM00" panose="02000503000000000000" pitchFamily="2" charset="-127"/>
                <a:ea typeface="AppleSDGothicNeoM00" panose="02000503000000000000" pitchFamily="2" charset="-127"/>
              </a:rPr>
              <a:t>IF</a:t>
            </a:r>
            <a:endParaRPr lang="ko-KR" altLang="en-US" sz="800" baseline="-25000" dirty="0">
              <a:solidFill>
                <a:srgbClr val="FF0000"/>
              </a:solidFill>
              <a:latin typeface="AppleSDGothicNeoM00" panose="02000503000000000000" pitchFamily="2" charset="-127"/>
              <a:ea typeface="AppleSDGothicNeoM00" panose="02000503000000000000" pitchFamily="2" charset="-127"/>
            </a:endParaRPr>
          </a:p>
        </p:txBody>
      </p:sp>
      <p:sp>
        <p:nvSpPr>
          <p:cNvPr id="94" name="TextBox 93">
            <a:extLst>
              <a:ext uri="{FF2B5EF4-FFF2-40B4-BE49-F238E27FC236}">
                <a16:creationId xmlns:a16="http://schemas.microsoft.com/office/drawing/2014/main" id="{A2D06716-FA04-30E3-A016-44A104F9F311}"/>
              </a:ext>
            </a:extLst>
          </p:cNvPr>
          <p:cNvSpPr txBox="1"/>
          <p:nvPr/>
        </p:nvSpPr>
        <p:spPr>
          <a:xfrm>
            <a:off x="8151699" y="5840159"/>
            <a:ext cx="328139" cy="215444"/>
          </a:xfrm>
          <a:prstGeom prst="rect">
            <a:avLst/>
          </a:prstGeom>
          <a:noFill/>
        </p:spPr>
        <p:txBody>
          <a:bodyPr wrap="square" rtlCol="0">
            <a:spAutoFit/>
          </a:bodyPr>
          <a:lstStyle/>
          <a:p>
            <a:pPr algn="ctr"/>
            <a:r>
              <a:rPr lang="en-US" altLang="ko-KR" sz="800" dirty="0" err="1">
                <a:solidFill>
                  <a:srgbClr val="FF0000"/>
                </a:solidFill>
                <a:latin typeface="AppleSDGothicNeoM00" panose="02000503000000000000" pitchFamily="2" charset="-127"/>
                <a:ea typeface="AppleSDGothicNeoM00" panose="02000503000000000000" pitchFamily="2" charset="-127"/>
              </a:rPr>
              <a:t>x</a:t>
            </a:r>
            <a:r>
              <a:rPr lang="en-US" altLang="ko-KR" sz="800" baseline="-25000" dirty="0" err="1">
                <a:solidFill>
                  <a:srgbClr val="FF0000"/>
                </a:solidFill>
                <a:latin typeface="AppleSDGothicNeoM00" panose="02000503000000000000" pitchFamily="2" charset="-127"/>
                <a:ea typeface="AppleSDGothicNeoM00" panose="02000503000000000000" pitchFamily="2" charset="-127"/>
              </a:rPr>
              <a:t>IAF</a:t>
            </a:r>
            <a:endParaRPr lang="ko-KR" altLang="en-US" sz="800" baseline="-25000" dirty="0">
              <a:solidFill>
                <a:srgbClr val="FF0000"/>
              </a:solidFill>
              <a:latin typeface="AppleSDGothicNeoM00" panose="02000503000000000000" pitchFamily="2" charset="-127"/>
              <a:ea typeface="AppleSDGothicNeoM00" panose="02000503000000000000" pitchFamily="2" charset="-127"/>
            </a:endParaRPr>
          </a:p>
        </p:txBody>
      </p:sp>
      <p:sp>
        <p:nvSpPr>
          <p:cNvPr id="95" name="TextBox 94">
            <a:extLst>
              <a:ext uri="{FF2B5EF4-FFF2-40B4-BE49-F238E27FC236}">
                <a16:creationId xmlns:a16="http://schemas.microsoft.com/office/drawing/2014/main" id="{35639908-9CBC-3D4F-10E9-D8732A0E1F6C}"/>
              </a:ext>
            </a:extLst>
          </p:cNvPr>
          <p:cNvSpPr txBox="1"/>
          <p:nvPr/>
        </p:nvSpPr>
        <p:spPr>
          <a:xfrm>
            <a:off x="6102574" y="5733047"/>
            <a:ext cx="437467" cy="215444"/>
          </a:xfrm>
          <a:prstGeom prst="rect">
            <a:avLst/>
          </a:prstGeom>
          <a:noFill/>
        </p:spPr>
        <p:txBody>
          <a:bodyPr wrap="square" rtlCol="0">
            <a:spAutoFit/>
          </a:bodyPr>
          <a:lstStyle/>
          <a:p>
            <a:pPr algn="ctr"/>
            <a:r>
              <a:rPr lang="en-US" altLang="ko-KR" sz="800" dirty="0" err="1">
                <a:solidFill>
                  <a:srgbClr val="FF0000"/>
                </a:solidFill>
                <a:latin typeface="AppleSDGothicNeoM00" panose="02000503000000000000" pitchFamily="2" charset="-127"/>
                <a:ea typeface="AppleSDGothicNeoM00" panose="02000503000000000000" pitchFamily="2" charset="-127"/>
              </a:rPr>
              <a:t>y</a:t>
            </a:r>
            <a:r>
              <a:rPr lang="en-US" altLang="ko-KR" sz="800" baseline="-25000" dirty="0" err="1">
                <a:solidFill>
                  <a:srgbClr val="FF0000"/>
                </a:solidFill>
                <a:latin typeface="AppleSDGothicNeoM00" panose="02000503000000000000" pitchFamily="2" charset="-127"/>
                <a:ea typeface="AppleSDGothicNeoM00" panose="02000503000000000000" pitchFamily="2" charset="-127"/>
              </a:rPr>
              <a:t>FATO</a:t>
            </a:r>
            <a:endParaRPr lang="ko-KR" altLang="en-US" sz="800" baseline="-25000" dirty="0">
              <a:solidFill>
                <a:srgbClr val="FF0000"/>
              </a:solidFill>
              <a:latin typeface="AppleSDGothicNeoM00" panose="02000503000000000000" pitchFamily="2" charset="-127"/>
              <a:ea typeface="AppleSDGothicNeoM00" panose="02000503000000000000" pitchFamily="2" charset="-127"/>
            </a:endParaRPr>
          </a:p>
        </p:txBody>
      </p:sp>
      <p:sp>
        <p:nvSpPr>
          <p:cNvPr id="96" name="TextBox 95">
            <a:extLst>
              <a:ext uri="{FF2B5EF4-FFF2-40B4-BE49-F238E27FC236}">
                <a16:creationId xmlns:a16="http://schemas.microsoft.com/office/drawing/2014/main" id="{0BD3E870-24FD-9CE9-5626-E9D963374DA8}"/>
              </a:ext>
            </a:extLst>
          </p:cNvPr>
          <p:cNvSpPr txBox="1"/>
          <p:nvPr/>
        </p:nvSpPr>
        <p:spPr>
          <a:xfrm>
            <a:off x="7526763" y="5252445"/>
            <a:ext cx="355639" cy="215444"/>
          </a:xfrm>
          <a:prstGeom prst="rect">
            <a:avLst/>
          </a:prstGeom>
          <a:noFill/>
        </p:spPr>
        <p:txBody>
          <a:bodyPr wrap="square" rtlCol="0">
            <a:spAutoFit/>
          </a:bodyPr>
          <a:lstStyle/>
          <a:p>
            <a:pPr algn="ctr"/>
            <a:r>
              <a:rPr lang="en-US" altLang="ko-KR" sz="800" dirty="0" err="1">
                <a:solidFill>
                  <a:srgbClr val="FF0000"/>
                </a:solidFill>
                <a:latin typeface="AppleSDGothicNeoM00" panose="02000503000000000000" pitchFamily="2" charset="-127"/>
                <a:ea typeface="AppleSDGothicNeoM00" panose="02000503000000000000" pitchFamily="2" charset="-127"/>
              </a:rPr>
              <a:t>y</a:t>
            </a:r>
            <a:r>
              <a:rPr lang="en-US" altLang="ko-KR" sz="800" baseline="-25000" dirty="0" err="1">
                <a:solidFill>
                  <a:srgbClr val="FF0000"/>
                </a:solidFill>
                <a:latin typeface="AppleSDGothicNeoM00" panose="02000503000000000000" pitchFamily="2" charset="-127"/>
                <a:ea typeface="AppleSDGothicNeoM00" panose="02000503000000000000" pitchFamily="2" charset="-127"/>
              </a:rPr>
              <a:t>FAF</a:t>
            </a:r>
            <a:endParaRPr lang="ko-KR" altLang="en-US" sz="800" baseline="-25000" dirty="0">
              <a:solidFill>
                <a:srgbClr val="FF0000"/>
              </a:solidFill>
              <a:latin typeface="AppleSDGothicNeoM00" panose="02000503000000000000" pitchFamily="2" charset="-127"/>
              <a:ea typeface="AppleSDGothicNeoM00" panose="02000503000000000000" pitchFamily="2" charset="-127"/>
            </a:endParaRPr>
          </a:p>
        </p:txBody>
      </p:sp>
      <p:sp>
        <p:nvSpPr>
          <p:cNvPr id="99" name="원호 98">
            <a:extLst>
              <a:ext uri="{FF2B5EF4-FFF2-40B4-BE49-F238E27FC236}">
                <a16:creationId xmlns:a16="http://schemas.microsoft.com/office/drawing/2014/main" id="{8CF90684-7CB3-BCC8-B62D-78E3EBBD3279}"/>
              </a:ext>
            </a:extLst>
          </p:cNvPr>
          <p:cNvSpPr/>
          <p:nvPr/>
        </p:nvSpPr>
        <p:spPr>
          <a:xfrm>
            <a:off x="6655530" y="5758677"/>
            <a:ext cx="45719" cy="140709"/>
          </a:xfrm>
          <a:prstGeom prst="arc">
            <a:avLst/>
          </a:prstGeom>
          <a:ln w="12700">
            <a:solidFill>
              <a:srgbClr val="FF0000"/>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ko-KR" altLang="en-US"/>
          </a:p>
        </p:txBody>
      </p:sp>
      <mc:AlternateContent xmlns:mc="http://schemas.openxmlformats.org/markup-compatibility/2006" xmlns:a14="http://schemas.microsoft.com/office/drawing/2010/main">
        <mc:Choice Requires="a14">
          <p:sp>
            <p:nvSpPr>
              <p:cNvPr id="100" name="TextBox 99">
                <a:extLst>
                  <a:ext uri="{FF2B5EF4-FFF2-40B4-BE49-F238E27FC236}">
                    <a16:creationId xmlns:a16="http://schemas.microsoft.com/office/drawing/2014/main" id="{87776280-204C-6455-83B0-7422E8E30F01}"/>
                  </a:ext>
                </a:extLst>
              </p:cNvPr>
              <p:cNvSpPr txBox="1"/>
              <p:nvPr/>
            </p:nvSpPr>
            <p:spPr>
              <a:xfrm>
                <a:off x="6631134" y="5676230"/>
                <a:ext cx="306356" cy="215444"/>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r>
                        <a:rPr lang="ko-KR" altLang="en-US" sz="800" i="1" dirty="0" smtClean="0">
                          <a:solidFill>
                            <a:srgbClr val="FF0000"/>
                          </a:solidFill>
                          <a:latin typeface="Cambria Math" panose="02040503050406030204" pitchFamily="18" charset="0"/>
                          <a:ea typeface="AppleSDGothicNeoM00" panose="02000503000000000000" pitchFamily="2" charset="-127"/>
                        </a:rPr>
                        <m:t>𝜃</m:t>
                      </m:r>
                    </m:oMath>
                  </m:oMathPara>
                </a14:m>
                <a:endParaRPr lang="ko-KR" altLang="en-US" sz="800" baseline="-25000" dirty="0">
                  <a:solidFill>
                    <a:srgbClr val="FF0000"/>
                  </a:solidFill>
                  <a:latin typeface="AppleSDGothicNeoM00" panose="02000503000000000000" pitchFamily="2" charset="-127"/>
                  <a:ea typeface="AppleSDGothicNeoM00" panose="02000503000000000000" pitchFamily="2" charset="-127"/>
                </a:endParaRPr>
              </a:p>
            </p:txBody>
          </p:sp>
        </mc:Choice>
        <mc:Fallback xmlns="">
          <p:sp>
            <p:nvSpPr>
              <p:cNvPr id="100" name="TextBox 99">
                <a:extLst>
                  <a:ext uri="{FF2B5EF4-FFF2-40B4-BE49-F238E27FC236}">
                    <a16:creationId xmlns:a16="http://schemas.microsoft.com/office/drawing/2014/main" id="{87776280-204C-6455-83B0-7422E8E30F01}"/>
                  </a:ext>
                </a:extLst>
              </p:cNvPr>
              <p:cNvSpPr txBox="1">
                <a:spLocks noRot="1" noChangeAspect="1" noMove="1" noResize="1" noEditPoints="1" noAdjustHandles="1" noChangeArrowheads="1" noChangeShapeType="1" noTextEdit="1"/>
              </p:cNvSpPr>
              <p:nvPr/>
            </p:nvSpPr>
            <p:spPr>
              <a:xfrm>
                <a:off x="6631134" y="5676230"/>
                <a:ext cx="306356" cy="215444"/>
              </a:xfrm>
              <a:prstGeom prst="rect">
                <a:avLst/>
              </a:prstGeom>
              <a:blipFill>
                <a:blip r:embed="rId5"/>
                <a:stretch>
                  <a:fillRect/>
                </a:stretch>
              </a:blipFill>
            </p:spPr>
            <p:txBody>
              <a:bodyPr/>
              <a:lstStyle/>
              <a:p>
                <a:r>
                  <a:rPr lang="ko-KR" altLang="en-US">
                    <a:noFill/>
                  </a:rPr>
                  <a:t> </a:t>
                </a:r>
              </a:p>
            </p:txBody>
          </p:sp>
        </mc:Fallback>
      </mc:AlternateContent>
      <p:cxnSp>
        <p:nvCxnSpPr>
          <p:cNvPr id="103" name="직선 연결선 102">
            <a:extLst>
              <a:ext uri="{FF2B5EF4-FFF2-40B4-BE49-F238E27FC236}">
                <a16:creationId xmlns:a16="http://schemas.microsoft.com/office/drawing/2014/main" id="{60481C42-E527-5C23-8075-06CC605DD279}"/>
              </a:ext>
            </a:extLst>
          </p:cNvPr>
          <p:cNvCxnSpPr>
            <a:cxnSpLocks/>
          </p:cNvCxnSpPr>
          <p:nvPr/>
        </p:nvCxnSpPr>
        <p:spPr>
          <a:xfrm>
            <a:off x="7584497" y="5301245"/>
            <a:ext cx="640663" cy="0"/>
          </a:xfrm>
          <a:prstGeom prst="line">
            <a:avLst/>
          </a:prstGeom>
          <a:ln w="19050">
            <a:solidFill>
              <a:schemeClr val="tx1"/>
            </a:solidFill>
            <a:prstDash val="sysDot"/>
          </a:ln>
        </p:spPr>
        <p:style>
          <a:lnRef idx="2">
            <a:schemeClr val="dk1"/>
          </a:lnRef>
          <a:fillRef idx="0">
            <a:schemeClr val="dk1"/>
          </a:fillRef>
          <a:effectRef idx="1">
            <a:schemeClr val="dk1"/>
          </a:effectRef>
          <a:fontRef idx="minor">
            <a:schemeClr val="tx1"/>
          </a:fontRef>
        </p:style>
      </p:cxnSp>
      <p:sp>
        <p:nvSpPr>
          <p:cNvPr id="105" name="별: 꼭짓점 4개 104">
            <a:extLst>
              <a:ext uri="{FF2B5EF4-FFF2-40B4-BE49-F238E27FC236}">
                <a16:creationId xmlns:a16="http://schemas.microsoft.com/office/drawing/2014/main" id="{DB8434A0-00AC-CCD2-3F68-71E53B724231}"/>
              </a:ext>
            </a:extLst>
          </p:cNvPr>
          <p:cNvSpPr/>
          <p:nvPr/>
        </p:nvSpPr>
        <p:spPr>
          <a:xfrm>
            <a:off x="7543737" y="3664887"/>
            <a:ext cx="109972" cy="109972"/>
          </a:xfrm>
          <a:prstGeom prst="star4">
            <a:avLst>
              <a:gd name="adj" fmla="val 21936"/>
            </a:avLst>
          </a:prstGeom>
          <a:solidFill>
            <a:srgbClr val="FFFF00"/>
          </a:solidFill>
          <a:ln w="127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106" name="직선 연결선 105">
            <a:extLst>
              <a:ext uri="{FF2B5EF4-FFF2-40B4-BE49-F238E27FC236}">
                <a16:creationId xmlns:a16="http://schemas.microsoft.com/office/drawing/2014/main" id="{789E532D-0548-C4B3-4C82-2C9DB5890EDE}"/>
              </a:ext>
            </a:extLst>
          </p:cNvPr>
          <p:cNvCxnSpPr>
            <a:cxnSpLocks/>
            <a:stCxn id="105" idx="3"/>
            <a:endCxn id="91" idx="3"/>
          </p:cNvCxnSpPr>
          <p:nvPr/>
        </p:nvCxnSpPr>
        <p:spPr>
          <a:xfrm flipV="1">
            <a:off x="7653709" y="3542301"/>
            <a:ext cx="228693" cy="177572"/>
          </a:xfrm>
          <a:prstGeom prst="line">
            <a:avLst/>
          </a:prstGeom>
          <a:ln w="6350">
            <a:prstDash val="sysDot"/>
          </a:ln>
        </p:spPr>
        <p:style>
          <a:lnRef idx="2">
            <a:schemeClr val="dk1"/>
          </a:lnRef>
          <a:fillRef idx="0">
            <a:schemeClr val="dk1"/>
          </a:fillRef>
          <a:effectRef idx="1">
            <a:schemeClr val="dk1"/>
          </a:effectRef>
          <a:fontRef idx="minor">
            <a:schemeClr val="tx1"/>
          </a:fontRef>
        </p:style>
      </p:cxnSp>
      <p:cxnSp>
        <p:nvCxnSpPr>
          <p:cNvPr id="107" name="직선 연결선 106">
            <a:extLst>
              <a:ext uri="{FF2B5EF4-FFF2-40B4-BE49-F238E27FC236}">
                <a16:creationId xmlns:a16="http://schemas.microsoft.com/office/drawing/2014/main" id="{F30781F2-8A63-CD76-7EE7-030F7F62D2E8}"/>
              </a:ext>
            </a:extLst>
          </p:cNvPr>
          <p:cNvCxnSpPr>
            <a:cxnSpLocks/>
            <a:stCxn id="105" idx="0"/>
            <a:endCxn id="90" idx="4"/>
          </p:cNvCxnSpPr>
          <p:nvPr/>
        </p:nvCxnSpPr>
        <p:spPr>
          <a:xfrm flipH="1" flipV="1">
            <a:off x="7592781" y="3370567"/>
            <a:ext cx="5942" cy="294320"/>
          </a:xfrm>
          <a:prstGeom prst="line">
            <a:avLst/>
          </a:prstGeom>
          <a:ln w="6350">
            <a:prstDash val="sysDot"/>
          </a:ln>
        </p:spPr>
        <p:style>
          <a:lnRef idx="2">
            <a:schemeClr val="dk1"/>
          </a:lnRef>
          <a:fillRef idx="0">
            <a:schemeClr val="dk1"/>
          </a:fillRef>
          <a:effectRef idx="1">
            <a:schemeClr val="dk1"/>
          </a:effectRef>
          <a:fontRef idx="minor">
            <a:schemeClr val="tx1"/>
          </a:fontRef>
        </p:style>
      </p:cxnSp>
      <mc:AlternateContent xmlns:mc="http://schemas.openxmlformats.org/markup-compatibility/2006" xmlns:a14="http://schemas.microsoft.com/office/drawing/2010/main">
        <mc:Choice Requires="a14">
          <p:sp>
            <p:nvSpPr>
              <p:cNvPr id="108" name="TextBox 107">
                <a:extLst>
                  <a:ext uri="{FF2B5EF4-FFF2-40B4-BE49-F238E27FC236}">
                    <a16:creationId xmlns:a16="http://schemas.microsoft.com/office/drawing/2014/main" id="{DAD2D018-D124-1FE2-C841-F50E84096F33}"/>
                  </a:ext>
                </a:extLst>
              </p:cNvPr>
              <p:cNvSpPr txBox="1"/>
              <p:nvPr/>
            </p:nvSpPr>
            <p:spPr>
              <a:xfrm>
                <a:off x="7653479" y="3455313"/>
                <a:ext cx="263037" cy="200055"/>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sSub>
                        <m:sSubPr>
                          <m:ctrlPr>
                            <a:rPr lang="en-US" altLang="ko-KR" sz="700" i="1" dirty="0" smtClean="0">
                              <a:solidFill>
                                <a:srgbClr val="FF0000"/>
                              </a:solidFill>
                              <a:latin typeface="Cambria Math" panose="02040503050406030204" pitchFamily="18" charset="0"/>
                              <a:ea typeface="AppleSDGothicNeoM00" panose="02000503000000000000" pitchFamily="2" charset="-127"/>
                            </a:rPr>
                          </m:ctrlPr>
                        </m:sSubPr>
                        <m:e>
                          <m:r>
                            <a:rPr lang="en-US" altLang="ko-KR" sz="700" i="1" dirty="0">
                              <a:solidFill>
                                <a:srgbClr val="FF0000"/>
                              </a:solidFill>
                              <a:latin typeface="Cambria Math" panose="02040503050406030204" pitchFamily="18" charset="0"/>
                              <a:ea typeface="AppleSDGothicNeoM00" panose="02000503000000000000" pitchFamily="2" charset="-127"/>
                            </a:rPr>
                            <m:t>𝑅</m:t>
                          </m:r>
                        </m:e>
                        <m:sub>
                          <m:r>
                            <a:rPr lang="en-US" altLang="ko-KR" sz="700" b="0" i="1" dirty="0" smtClean="0">
                              <a:solidFill>
                                <a:srgbClr val="FF0000"/>
                              </a:solidFill>
                              <a:latin typeface="Cambria Math" panose="02040503050406030204" pitchFamily="18" charset="0"/>
                              <a:ea typeface="AppleSDGothicNeoM00" panose="02000503000000000000" pitchFamily="2" charset="-127"/>
                            </a:rPr>
                            <m:t>2</m:t>
                          </m:r>
                        </m:sub>
                      </m:sSub>
                    </m:oMath>
                  </m:oMathPara>
                </a14:m>
                <a:endParaRPr lang="ko-KR" altLang="en-US" sz="700" baseline="-25000" dirty="0">
                  <a:solidFill>
                    <a:srgbClr val="FF0000"/>
                  </a:solidFill>
                  <a:latin typeface="AppleSDGothicNeoM00" panose="02000503000000000000" pitchFamily="2" charset="-127"/>
                  <a:ea typeface="AppleSDGothicNeoM00" panose="02000503000000000000" pitchFamily="2" charset="-127"/>
                </a:endParaRPr>
              </a:p>
            </p:txBody>
          </p:sp>
        </mc:Choice>
        <mc:Fallback xmlns="">
          <p:sp>
            <p:nvSpPr>
              <p:cNvPr id="108" name="TextBox 107">
                <a:extLst>
                  <a:ext uri="{FF2B5EF4-FFF2-40B4-BE49-F238E27FC236}">
                    <a16:creationId xmlns:a16="http://schemas.microsoft.com/office/drawing/2014/main" id="{DAD2D018-D124-1FE2-C841-F50E84096F33}"/>
                  </a:ext>
                </a:extLst>
              </p:cNvPr>
              <p:cNvSpPr txBox="1">
                <a:spLocks noRot="1" noChangeAspect="1" noMove="1" noResize="1" noEditPoints="1" noAdjustHandles="1" noChangeArrowheads="1" noChangeShapeType="1" noTextEdit="1"/>
              </p:cNvSpPr>
              <p:nvPr/>
            </p:nvSpPr>
            <p:spPr>
              <a:xfrm>
                <a:off x="7653479" y="3455313"/>
                <a:ext cx="263037" cy="200055"/>
              </a:xfrm>
              <a:prstGeom prst="rect">
                <a:avLst/>
              </a:prstGeom>
              <a:blipFill>
                <a:blip r:embed="rId6"/>
                <a:stretch>
                  <a:fillRect/>
                </a:stretch>
              </a:blipFill>
            </p:spPr>
            <p:txBody>
              <a:bodyPr/>
              <a:lstStyle/>
              <a:p>
                <a:r>
                  <a:rPr lang="ko-KR" altLang="en-US">
                    <a:noFill/>
                  </a:rPr>
                  <a:t> </a:t>
                </a:r>
              </a:p>
            </p:txBody>
          </p:sp>
        </mc:Fallback>
      </mc:AlternateContent>
      <p:sp>
        <p:nvSpPr>
          <p:cNvPr id="109" name="별: 꼭짓점 4개 108">
            <a:extLst>
              <a:ext uri="{FF2B5EF4-FFF2-40B4-BE49-F238E27FC236}">
                <a16:creationId xmlns:a16="http://schemas.microsoft.com/office/drawing/2014/main" id="{FED4A95F-57C3-B33D-69A9-7B2047C7DBEF}"/>
              </a:ext>
            </a:extLst>
          </p:cNvPr>
          <p:cNvSpPr/>
          <p:nvPr/>
        </p:nvSpPr>
        <p:spPr>
          <a:xfrm>
            <a:off x="6713560" y="4442584"/>
            <a:ext cx="109972" cy="109972"/>
          </a:xfrm>
          <a:prstGeom prst="star4">
            <a:avLst>
              <a:gd name="adj" fmla="val 21936"/>
            </a:avLst>
          </a:prstGeom>
          <a:solidFill>
            <a:srgbClr val="FFFF00"/>
          </a:solidFill>
          <a:ln w="127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110" name="직선 연결선 109">
            <a:extLst>
              <a:ext uri="{FF2B5EF4-FFF2-40B4-BE49-F238E27FC236}">
                <a16:creationId xmlns:a16="http://schemas.microsoft.com/office/drawing/2014/main" id="{01737FA4-C11A-9061-4A3F-FCF37F8783F0}"/>
              </a:ext>
            </a:extLst>
          </p:cNvPr>
          <p:cNvCxnSpPr>
            <a:cxnSpLocks/>
            <a:endCxn id="71" idx="0"/>
          </p:cNvCxnSpPr>
          <p:nvPr/>
        </p:nvCxnSpPr>
        <p:spPr>
          <a:xfrm flipV="1">
            <a:off x="6768546" y="4055375"/>
            <a:ext cx="1385692" cy="443228"/>
          </a:xfrm>
          <a:prstGeom prst="line">
            <a:avLst/>
          </a:prstGeom>
          <a:ln w="6350">
            <a:prstDash val="sysDot"/>
          </a:ln>
        </p:spPr>
        <p:style>
          <a:lnRef idx="2">
            <a:schemeClr val="dk1"/>
          </a:lnRef>
          <a:fillRef idx="0">
            <a:schemeClr val="dk1"/>
          </a:fillRef>
          <a:effectRef idx="1">
            <a:schemeClr val="dk1"/>
          </a:effectRef>
          <a:fontRef idx="minor">
            <a:schemeClr val="tx1"/>
          </a:fontRef>
        </p:style>
      </p:cxnSp>
      <p:cxnSp>
        <p:nvCxnSpPr>
          <p:cNvPr id="111" name="직선 연결선 110">
            <a:extLst>
              <a:ext uri="{FF2B5EF4-FFF2-40B4-BE49-F238E27FC236}">
                <a16:creationId xmlns:a16="http://schemas.microsoft.com/office/drawing/2014/main" id="{AB1371E9-1F97-14F8-1FB5-49442C9C0457}"/>
              </a:ext>
            </a:extLst>
          </p:cNvPr>
          <p:cNvCxnSpPr>
            <a:cxnSpLocks/>
            <a:endCxn id="91" idx="3"/>
          </p:cNvCxnSpPr>
          <p:nvPr/>
        </p:nvCxnSpPr>
        <p:spPr>
          <a:xfrm flipV="1">
            <a:off x="6770598" y="3542301"/>
            <a:ext cx="1111804" cy="960279"/>
          </a:xfrm>
          <a:prstGeom prst="line">
            <a:avLst/>
          </a:prstGeom>
          <a:ln w="6350">
            <a:prstDash val="sysDot"/>
          </a:ln>
        </p:spPr>
        <p:style>
          <a:lnRef idx="2">
            <a:schemeClr val="dk1"/>
          </a:lnRef>
          <a:fillRef idx="0">
            <a:schemeClr val="dk1"/>
          </a:fillRef>
          <a:effectRef idx="1">
            <a:schemeClr val="dk1"/>
          </a:effectRef>
          <a:fontRef idx="minor">
            <a:schemeClr val="tx1"/>
          </a:fontRef>
        </p:style>
      </p:cxnSp>
      <mc:AlternateContent xmlns:mc="http://schemas.openxmlformats.org/markup-compatibility/2006" xmlns:a14="http://schemas.microsoft.com/office/drawing/2010/main">
        <mc:Choice Requires="a14">
          <p:sp>
            <p:nvSpPr>
              <p:cNvPr id="112" name="TextBox 111">
                <a:extLst>
                  <a:ext uri="{FF2B5EF4-FFF2-40B4-BE49-F238E27FC236}">
                    <a16:creationId xmlns:a16="http://schemas.microsoft.com/office/drawing/2014/main" id="{546DA8C4-FA61-CB6E-20CC-7F3B999593F8}"/>
                  </a:ext>
                </a:extLst>
              </p:cNvPr>
              <p:cNvSpPr txBox="1"/>
              <p:nvPr/>
            </p:nvSpPr>
            <p:spPr>
              <a:xfrm>
                <a:off x="7351108" y="4117854"/>
                <a:ext cx="274519" cy="197555"/>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sSub>
                        <m:sSubPr>
                          <m:ctrlPr>
                            <a:rPr lang="en-US" altLang="ko-KR" sz="700" i="1" dirty="0" smtClean="0">
                              <a:solidFill>
                                <a:srgbClr val="FF0000"/>
                              </a:solidFill>
                              <a:latin typeface="Cambria Math" panose="02040503050406030204" pitchFamily="18" charset="0"/>
                              <a:ea typeface="AppleSDGothicNeoM00" panose="02000503000000000000" pitchFamily="2" charset="-127"/>
                            </a:rPr>
                          </m:ctrlPr>
                        </m:sSubPr>
                        <m:e>
                          <m:r>
                            <a:rPr lang="en-US" altLang="ko-KR" sz="700" i="1" dirty="0">
                              <a:solidFill>
                                <a:srgbClr val="FF0000"/>
                              </a:solidFill>
                              <a:latin typeface="Cambria Math" panose="02040503050406030204" pitchFamily="18" charset="0"/>
                              <a:ea typeface="AppleSDGothicNeoM00" panose="02000503000000000000" pitchFamily="2" charset="-127"/>
                            </a:rPr>
                            <m:t>𝑅</m:t>
                          </m:r>
                        </m:e>
                        <m:sub>
                          <m:r>
                            <a:rPr lang="en-US" altLang="ko-KR" sz="700" i="1" dirty="0">
                              <a:solidFill>
                                <a:srgbClr val="FF0000"/>
                              </a:solidFill>
                              <a:latin typeface="Cambria Math" panose="02040503050406030204" pitchFamily="18" charset="0"/>
                              <a:ea typeface="AppleSDGothicNeoM00" panose="02000503000000000000" pitchFamily="2" charset="-127"/>
                            </a:rPr>
                            <m:t>1</m:t>
                          </m:r>
                        </m:sub>
                      </m:sSub>
                    </m:oMath>
                  </m:oMathPara>
                </a14:m>
                <a:endParaRPr lang="ko-KR" altLang="en-US" sz="700" i="1" baseline="-25000" dirty="0">
                  <a:solidFill>
                    <a:srgbClr val="FF0000"/>
                  </a:solidFill>
                  <a:latin typeface="AppleSDGothicNeoM00" panose="02000503000000000000" pitchFamily="2" charset="-127"/>
                  <a:ea typeface="AppleSDGothicNeoM00" panose="02000503000000000000" pitchFamily="2" charset="-127"/>
                </a:endParaRPr>
              </a:p>
            </p:txBody>
          </p:sp>
        </mc:Choice>
        <mc:Fallback xmlns="">
          <p:sp>
            <p:nvSpPr>
              <p:cNvPr id="112" name="TextBox 111">
                <a:extLst>
                  <a:ext uri="{FF2B5EF4-FFF2-40B4-BE49-F238E27FC236}">
                    <a16:creationId xmlns:a16="http://schemas.microsoft.com/office/drawing/2014/main" id="{546DA8C4-FA61-CB6E-20CC-7F3B999593F8}"/>
                  </a:ext>
                </a:extLst>
              </p:cNvPr>
              <p:cNvSpPr txBox="1">
                <a:spLocks noRot="1" noChangeAspect="1" noMove="1" noResize="1" noEditPoints="1" noAdjustHandles="1" noChangeArrowheads="1" noChangeShapeType="1" noTextEdit="1"/>
              </p:cNvSpPr>
              <p:nvPr/>
            </p:nvSpPr>
            <p:spPr>
              <a:xfrm>
                <a:off x="7351108" y="4117854"/>
                <a:ext cx="274519" cy="197555"/>
              </a:xfrm>
              <a:prstGeom prst="rect">
                <a:avLst/>
              </a:prstGeom>
              <a:blipFill>
                <a:blip r:embed="rId7"/>
                <a:stretch>
                  <a:fillRect/>
                </a:stretch>
              </a:blipFill>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113" name="TextBox 112">
                <a:extLst>
                  <a:ext uri="{FF2B5EF4-FFF2-40B4-BE49-F238E27FC236}">
                    <a16:creationId xmlns:a16="http://schemas.microsoft.com/office/drawing/2014/main" id="{F267BEAC-8103-A067-D8CB-A99D30840D01}"/>
                  </a:ext>
                </a:extLst>
              </p:cNvPr>
              <p:cNvSpPr txBox="1"/>
              <p:nvPr/>
            </p:nvSpPr>
            <p:spPr>
              <a:xfrm>
                <a:off x="7523806" y="3535466"/>
                <a:ext cx="306356" cy="215444"/>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sSub>
                        <m:sSubPr>
                          <m:ctrlPr>
                            <a:rPr lang="en-US" altLang="ko-KR" sz="800" b="0" i="1" dirty="0" smtClean="0">
                              <a:solidFill>
                                <a:srgbClr val="FF0000"/>
                              </a:solidFill>
                              <a:latin typeface="Cambria Math" panose="02040503050406030204" pitchFamily="18" charset="0"/>
                              <a:ea typeface="AppleSDGothicNeoM00" panose="02000503000000000000" pitchFamily="2" charset="-127"/>
                            </a:rPr>
                          </m:ctrlPr>
                        </m:sSubPr>
                        <m:e>
                          <m:r>
                            <a:rPr lang="en-US" altLang="ko-KR" sz="800" b="0" i="1" dirty="0" smtClean="0">
                              <a:solidFill>
                                <a:srgbClr val="FF0000"/>
                              </a:solidFill>
                              <a:latin typeface="Cambria Math" panose="02040503050406030204" pitchFamily="18" charset="0"/>
                              <a:ea typeface="AppleSDGothicNeoM00" panose="02000503000000000000" pitchFamily="2" charset="-127"/>
                            </a:rPr>
                            <m:t>𝛼</m:t>
                          </m:r>
                        </m:e>
                        <m:sub>
                          <m:r>
                            <a:rPr lang="en-US" altLang="ko-KR" sz="800" b="0" i="1" dirty="0" smtClean="0">
                              <a:solidFill>
                                <a:srgbClr val="FF0000"/>
                              </a:solidFill>
                              <a:latin typeface="Cambria Math" panose="02040503050406030204" pitchFamily="18" charset="0"/>
                              <a:ea typeface="AppleSDGothicNeoM00" panose="02000503000000000000" pitchFamily="2" charset="-127"/>
                            </a:rPr>
                            <m:t>2</m:t>
                          </m:r>
                        </m:sub>
                      </m:sSub>
                    </m:oMath>
                  </m:oMathPara>
                </a14:m>
                <a:endParaRPr lang="ko-KR" altLang="en-US" sz="800" baseline="-25000" dirty="0">
                  <a:solidFill>
                    <a:srgbClr val="FF0000"/>
                  </a:solidFill>
                  <a:latin typeface="AppleSDGothicNeoM00" panose="02000503000000000000" pitchFamily="2" charset="-127"/>
                  <a:ea typeface="AppleSDGothicNeoM00" panose="02000503000000000000" pitchFamily="2" charset="-127"/>
                </a:endParaRPr>
              </a:p>
            </p:txBody>
          </p:sp>
        </mc:Choice>
        <mc:Fallback xmlns="">
          <p:sp>
            <p:nvSpPr>
              <p:cNvPr id="113" name="TextBox 112">
                <a:extLst>
                  <a:ext uri="{FF2B5EF4-FFF2-40B4-BE49-F238E27FC236}">
                    <a16:creationId xmlns:a16="http://schemas.microsoft.com/office/drawing/2014/main" id="{F267BEAC-8103-A067-D8CB-A99D30840D01}"/>
                  </a:ext>
                </a:extLst>
              </p:cNvPr>
              <p:cNvSpPr txBox="1">
                <a:spLocks noRot="1" noChangeAspect="1" noMove="1" noResize="1" noEditPoints="1" noAdjustHandles="1" noChangeArrowheads="1" noChangeShapeType="1" noTextEdit="1"/>
              </p:cNvSpPr>
              <p:nvPr/>
            </p:nvSpPr>
            <p:spPr>
              <a:xfrm>
                <a:off x="7523806" y="3535466"/>
                <a:ext cx="306356" cy="215444"/>
              </a:xfrm>
              <a:prstGeom prst="rect">
                <a:avLst/>
              </a:prstGeom>
              <a:blipFill>
                <a:blip r:embed="rId8"/>
                <a:stretch>
                  <a:fillRect/>
                </a:stretch>
              </a:blipFill>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114" name="TextBox 113">
                <a:extLst>
                  <a:ext uri="{FF2B5EF4-FFF2-40B4-BE49-F238E27FC236}">
                    <a16:creationId xmlns:a16="http://schemas.microsoft.com/office/drawing/2014/main" id="{811A798A-5124-1797-F937-51943D3AEE6D}"/>
                  </a:ext>
                </a:extLst>
              </p:cNvPr>
              <p:cNvSpPr txBox="1"/>
              <p:nvPr/>
            </p:nvSpPr>
            <p:spPr>
              <a:xfrm>
                <a:off x="6842939" y="4276989"/>
                <a:ext cx="306356" cy="215444"/>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sSub>
                        <m:sSubPr>
                          <m:ctrlPr>
                            <a:rPr lang="en-US" altLang="ko-KR" sz="800" b="0" i="1" dirty="0" smtClean="0">
                              <a:solidFill>
                                <a:srgbClr val="FF0000"/>
                              </a:solidFill>
                              <a:latin typeface="Cambria Math" panose="02040503050406030204" pitchFamily="18" charset="0"/>
                              <a:ea typeface="AppleSDGothicNeoM00" panose="02000503000000000000" pitchFamily="2" charset="-127"/>
                            </a:rPr>
                          </m:ctrlPr>
                        </m:sSubPr>
                        <m:e>
                          <m:r>
                            <a:rPr lang="en-US" altLang="ko-KR" sz="800" i="1" dirty="0" smtClean="0">
                              <a:solidFill>
                                <a:srgbClr val="FF0000"/>
                              </a:solidFill>
                              <a:latin typeface="Cambria Math" panose="02040503050406030204" pitchFamily="18" charset="0"/>
                              <a:ea typeface="AppleSDGothicNeoM00" panose="02000503000000000000" pitchFamily="2" charset="-127"/>
                            </a:rPr>
                            <m:t>𝛼</m:t>
                          </m:r>
                        </m:e>
                        <m:sub>
                          <m:r>
                            <a:rPr lang="en-US" altLang="ko-KR" sz="800" b="0" i="1" dirty="0" smtClean="0">
                              <a:solidFill>
                                <a:srgbClr val="FF0000"/>
                              </a:solidFill>
                              <a:latin typeface="Cambria Math" panose="02040503050406030204" pitchFamily="18" charset="0"/>
                              <a:ea typeface="AppleSDGothicNeoM00" panose="02000503000000000000" pitchFamily="2" charset="-127"/>
                            </a:rPr>
                            <m:t>1</m:t>
                          </m:r>
                        </m:sub>
                      </m:sSub>
                    </m:oMath>
                  </m:oMathPara>
                </a14:m>
                <a:endParaRPr lang="ko-KR" altLang="en-US" sz="800" baseline="-25000" dirty="0">
                  <a:solidFill>
                    <a:srgbClr val="FF0000"/>
                  </a:solidFill>
                  <a:latin typeface="AppleSDGothicNeoM00" panose="02000503000000000000" pitchFamily="2" charset="-127"/>
                  <a:ea typeface="AppleSDGothicNeoM00" panose="02000503000000000000" pitchFamily="2" charset="-127"/>
                </a:endParaRPr>
              </a:p>
            </p:txBody>
          </p:sp>
        </mc:Choice>
        <mc:Fallback xmlns="">
          <p:sp>
            <p:nvSpPr>
              <p:cNvPr id="114" name="TextBox 113">
                <a:extLst>
                  <a:ext uri="{FF2B5EF4-FFF2-40B4-BE49-F238E27FC236}">
                    <a16:creationId xmlns:a16="http://schemas.microsoft.com/office/drawing/2014/main" id="{811A798A-5124-1797-F937-51943D3AEE6D}"/>
                  </a:ext>
                </a:extLst>
              </p:cNvPr>
              <p:cNvSpPr txBox="1">
                <a:spLocks noRot="1" noChangeAspect="1" noMove="1" noResize="1" noEditPoints="1" noAdjustHandles="1" noChangeArrowheads="1" noChangeShapeType="1" noTextEdit="1"/>
              </p:cNvSpPr>
              <p:nvPr/>
            </p:nvSpPr>
            <p:spPr>
              <a:xfrm>
                <a:off x="6842939" y="4276989"/>
                <a:ext cx="306356" cy="215444"/>
              </a:xfrm>
              <a:prstGeom prst="rect">
                <a:avLst/>
              </a:prstGeom>
              <a:blipFill>
                <a:blip r:embed="rId9"/>
                <a:stretch>
                  <a:fillRect/>
                </a:stretch>
              </a:blipFill>
            </p:spPr>
            <p:txBody>
              <a:bodyPr/>
              <a:lstStyle/>
              <a:p>
                <a:r>
                  <a:rPr lang="ko-KR" altLang="en-US">
                    <a:noFill/>
                  </a:rPr>
                  <a:t> </a:t>
                </a:r>
              </a:p>
            </p:txBody>
          </p:sp>
        </mc:Fallback>
      </mc:AlternateContent>
      <p:sp>
        <p:nvSpPr>
          <p:cNvPr id="118" name="TextBox 117">
            <a:extLst>
              <a:ext uri="{FF2B5EF4-FFF2-40B4-BE49-F238E27FC236}">
                <a16:creationId xmlns:a16="http://schemas.microsoft.com/office/drawing/2014/main" id="{DE505646-66FA-E50C-0595-61ACC6D9E6D1}"/>
              </a:ext>
            </a:extLst>
          </p:cNvPr>
          <p:cNvSpPr txBox="1"/>
          <p:nvPr/>
        </p:nvSpPr>
        <p:spPr>
          <a:xfrm>
            <a:off x="8042597" y="3963153"/>
            <a:ext cx="439664" cy="215444"/>
          </a:xfrm>
          <a:prstGeom prst="rect">
            <a:avLst/>
          </a:prstGeom>
          <a:noFill/>
        </p:spPr>
        <p:txBody>
          <a:bodyPr wrap="square" rtlCol="0">
            <a:spAutoFit/>
          </a:bodyPr>
          <a:lstStyle/>
          <a:p>
            <a:pPr algn="ctr"/>
            <a:r>
              <a:rPr lang="en-US" altLang="ko-KR" sz="800" dirty="0">
                <a:solidFill>
                  <a:srgbClr val="3101FF"/>
                </a:solidFill>
                <a:latin typeface="AppleSDGothicNeoM00" panose="02000503000000000000" pitchFamily="2" charset="-127"/>
                <a:ea typeface="AppleSDGothicNeoM00" panose="02000503000000000000" pitchFamily="2" charset="-127"/>
              </a:rPr>
              <a:t>IAF</a:t>
            </a:r>
            <a:endParaRPr lang="ko-KR" altLang="en-US" sz="800" dirty="0">
              <a:solidFill>
                <a:srgbClr val="3101FF"/>
              </a:solidFill>
              <a:latin typeface="AppleSDGothicNeoM00" panose="02000503000000000000" pitchFamily="2" charset="-127"/>
              <a:ea typeface="AppleSDGothicNeoM00" panose="02000503000000000000" pitchFamily="2" charset="-127"/>
            </a:endParaRPr>
          </a:p>
        </p:txBody>
      </p:sp>
      <p:sp>
        <p:nvSpPr>
          <p:cNvPr id="119" name="TextBox 118">
            <a:extLst>
              <a:ext uri="{FF2B5EF4-FFF2-40B4-BE49-F238E27FC236}">
                <a16:creationId xmlns:a16="http://schemas.microsoft.com/office/drawing/2014/main" id="{51426111-A475-6B74-C430-54C18B372040}"/>
              </a:ext>
            </a:extLst>
          </p:cNvPr>
          <p:cNvSpPr txBox="1"/>
          <p:nvPr/>
        </p:nvSpPr>
        <p:spPr>
          <a:xfrm>
            <a:off x="7737682" y="3368918"/>
            <a:ext cx="439664" cy="215444"/>
          </a:xfrm>
          <a:prstGeom prst="rect">
            <a:avLst/>
          </a:prstGeom>
          <a:noFill/>
        </p:spPr>
        <p:txBody>
          <a:bodyPr wrap="square" rtlCol="0">
            <a:spAutoFit/>
          </a:bodyPr>
          <a:lstStyle/>
          <a:p>
            <a:pPr algn="ctr"/>
            <a:r>
              <a:rPr lang="en-US" altLang="ko-KR" sz="800" dirty="0">
                <a:solidFill>
                  <a:srgbClr val="3101FF"/>
                </a:solidFill>
                <a:latin typeface="AppleSDGothicNeoM00" panose="02000503000000000000" pitchFamily="2" charset="-127"/>
                <a:ea typeface="AppleSDGothicNeoM00" panose="02000503000000000000" pitchFamily="2" charset="-127"/>
              </a:rPr>
              <a:t>IF</a:t>
            </a:r>
            <a:endParaRPr lang="ko-KR" altLang="en-US" sz="800" dirty="0">
              <a:solidFill>
                <a:srgbClr val="3101FF"/>
              </a:solidFill>
              <a:latin typeface="AppleSDGothicNeoM00" panose="02000503000000000000" pitchFamily="2" charset="-127"/>
              <a:ea typeface="AppleSDGothicNeoM00" panose="02000503000000000000" pitchFamily="2" charset="-127"/>
            </a:endParaRPr>
          </a:p>
        </p:txBody>
      </p:sp>
      <p:pic>
        <p:nvPicPr>
          <p:cNvPr id="129" name="그림 128">
            <a:extLst>
              <a:ext uri="{FF2B5EF4-FFF2-40B4-BE49-F238E27FC236}">
                <a16:creationId xmlns:a16="http://schemas.microsoft.com/office/drawing/2014/main" id="{FCEE2C7C-BCC3-7E63-0487-F69DF91A0F0C}"/>
              </a:ext>
            </a:extLst>
          </p:cNvPr>
          <p:cNvPicPr>
            <a:picLocks noChangeAspect="1"/>
          </p:cNvPicPr>
          <p:nvPr/>
        </p:nvPicPr>
        <p:blipFill>
          <a:blip r:embed="rId10"/>
          <a:stretch>
            <a:fillRect/>
          </a:stretch>
        </p:blipFill>
        <p:spPr>
          <a:xfrm>
            <a:off x="8484474" y="44090"/>
            <a:ext cx="3598788" cy="2035678"/>
          </a:xfrm>
          <a:prstGeom prst="rect">
            <a:avLst/>
          </a:prstGeom>
        </p:spPr>
      </p:pic>
      <p:sp>
        <p:nvSpPr>
          <p:cNvPr id="137" name="TextBox 136">
            <a:extLst>
              <a:ext uri="{FF2B5EF4-FFF2-40B4-BE49-F238E27FC236}">
                <a16:creationId xmlns:a16="http://schemas.microsoft.com/office/drawing/2014/main" id="{264FFCCB-3F28-AC3A-5BA3-90900AD171C7}"/>
              </a:ext>
            </a:extLst>
          </p:cNvPr>
          <p:cNvSpPr txBox="1"/>
          <p:nvPr/>
        </p:nvSpPr>
        <p:spPr>
          <a:xfrm>
            <a:off x="8164481" y="5252445"/>
            <a:ext cx="355639" cy="215444"/>
          </a:xfrm>
          <a:prstGeom prst="rect">
            <a:avLst/>
          </a:prstGeom>
          <a:noFill/>
        </p:spPr>
        <p:txBody>
          <a:bodyPr wrap="square" rtlCol="0">
            <a:spAutoFit/>
          </a:bodyPr>
          <a:lstStyle/>
          <a:p>
            <a:pPr algn="ctr"/>
            <a:r>
              <a:rPr lang="en-US" altLang="ko-KR" sz="800" dirty="0" err="1">
                <a:solidFill>
                  <a:srgbClr val="FF0000"/>
                </a:solidFill>
                <a:latin typeface="AppleSDGothicNeoM00" panose="02000503000000000000" pitchFamily="2" charset="-127"/>
                <a:ea typeface="AppleSDGothicNeoM00" panose="02000503000000000000" pitchFamily="2" charset="-127"/>
              </a:rPr>
              <a:t>y</a:t>
            </a:r>
            <a:r>
              <a:rPr lang="en-US" altLang="ko-KR" sz="800" baseline="-25000" dirty="0" err="1">
                <a:solidFill>
                  <a:srgbClr val="FF0000"/>
                </a:solidFill>
                <a:latin typeface="AppleSDGothicNeoM00" panose="02000503000000000000" pitchFamily="2" charset="-127"/>
                <a:ea typeface="AppleSDGothicNeoM00" panose="02000503000000000000" pitchFamily="2" charset="-127"/>
              </a:rPr>
              <a:t>IAF</a:t>
            </a:r>
            <a:endParaRPr lang="ko-KR" altLang="en-US" sz="800" baseline="-25000" dirty="0">
              <a:solidFill>
                <a:srgbClr val="FF0000"/>
              </a:solidFill>
              <a:latin typeface="AppleSDGothicNeoM00" panose="02000503000000000000" pitchFamily="2" charset="-127"/>
              <a:ea typeface="AppleSDGothicNeoM00" panose="02000503000000000000" pitchFamily="2" charset="-127"/>
            </a:endParaRPr>
          </a:p>
        </p:txBody>
      </p:sp>
      <p:sp>
        <p:nvSpPr>
          <p:cNvPr id="140" name="TextBox 139">
            <a:extLst>
              <a:ext uri="{FF2B5EF4-FFF2-40B4-BE49-F238E27FC236}">
                <a16:creationId xmlns:a16="http://schemas.microsoft.com/office/drawing/2014/main" id="{72E44068-0DDB-3AF2-55CF-D9E782D5AFD2}"/>
              </a:ext>
            </a:extLst>
          </p:cNvPr>
          <p:cNvSpPr txBox="1"/>
          <p:nvPr/>
        </p:nvSpPr>
        <p:spPr>
          <a:xfrm>
            <a:off x="8776160" y="4609509"/>
            <a:ext cx="2713743" cy="584775"/>
          </a:xfrm>
          <a:prstGeom prst="rect">
            <a:avLst/>
          </a:prstGeom>
          <a:noFill/>
        </p:spPr>
        <p:txBody>
          <a:bodyPr wrap="square" rtlCol="0">
            <a:spAutoFit/>
          </a:bodyPr>
          <a:lstStyle/>
          <a:p>
            <a:r>
              <a:rPr lang="en-US" altLang="ko-KR" sz="800" dirty="0">
                <a:solidFill>
                  <a:srgbClr val="FF0000"/>
                </a:solidFill>
                <a:latin typeface="AppleSDGothicNeoM00" panose="02000503000000000000" pitchFamily="2" charset="-127"/>
                <a:ea typeface="AppleSDGothicNeoM00" panose="02000503000000000000" pitchFamily="2" charset="-127"/>
              </a:rPr>
              <a:t>x</a:t>
            </a:r>
            <a:r>
              <a:rPr lang="en-US" altLang="ko-KR" sz="800" baseline="-25000" dirty="0">
                <a:solidFill>
                  <a:srgbClr val="FF0000"/>
                </a:solidFill>
                <a:latin typeface="AppleSDGothicNeoM00" panose="02000503000000000000" pitchFamily="2" charset="-127"/>
                <a:ea typeface="AppleSDGothicNeoM00" panose="02000503000000000000" pitchFamily="2" charset="-127"/>
              </a:rPr>
              <a:t>1 </a:t>
            </a:r>
            <a:r>
              <a:rPr lang="en-US" altLang="ko-KR" sz="800" dirty="0">
                <a:solidFill>
                  <a:srgbClr val="FF0000"/>
                </a:solidFill>
                <a:latin typeface="AppleSDGothicNeoM00" panose="02000503000000000000" pitchFamily="2" charset="-127"/>
                <a:ea typeface="AppleSDGothicNeoM00" panose="02000503000000000000" pitchFamily="2" charset="-127"/>
              </a:rPr>
              <a:t>= </a:t>
            </a:r>
            <a:r>
              <a:rPr lang="en-US" altLang="ko-KR" sz="800" dirty="0" err="1">
                <a:solidFill>
                  <a:srgbClr val="FF0000"/>
                </a:solidFill>
                <a:latin typeface="AppleSDGothicNeoM00" panose="02000503000000000000" pitchFamily="2" charset="-127"/>
                <a:ea typeface="AppleSDGothicNeoM00" panose="02000503000000000000" pitchFamily="2" charset="-127"/>
              </a:rPr>
              <a:t>dist</a:t>
            </a:r>
            <a:r>
              <a:rPr lang="en-US" altLang="ko-KR" sz="800" dirty="0">
                <a:solidFill>
                  <a:srgbClr val="FF0000"/>
                </a:solidFill>
                <a:latin typeface="AppleSDGothicNeoM00" panose="02000503000000000000" pitchFamily="2" charset="-127"/>
                <a:ea typeface="AppleSDGothicNeoM00" panose="02000503000000000000" pitchFamily="2" charset="-127"/>
              </a:rPr>
              <a:t>(VP, PFAF) = 2938.0 ft</a:t>
            </a:r>
            <a:r>
              <a:rPr lang="ko-KR" altLang="en-US" sz="800" dirty="0">
                <a:solidFill>
                  <a:srgbClr val="FF0000"/>
                </a:solidFill>
                <a:latin typeface="AppleSDGothicNeoM00" panose="02000503000000000000" pitchFamily="2" charset="-127"/>
                <a:ea typeface="AppleSDGothicNeoM00" panose="02000503000000000000" pitchFamily="2" charset="-127"/>
              </a:rPr>
              <a:t> </a:t>
            </a:r>
            <a:r>
              <a:rPr lang="en-US" altLang="ko-KR" sz="800" dirty="0">
                <a:solidFill>
                  <a:srgbClr val="FF0000"/>
                </a:solidFill>
                <a:latin typeface="AppleSDGothicNeoM00" panose="02000503000000000000" pitchFamily="2" charset="-127"/>
                <a:ea typeface="AppleSDGothicNeoM00" panose="02000503000000000000" pitchFamily="2" charset="-127"/>
              </a:rPr>
              <a:t>(= 895.5 m)</a:t>
            </a:r>
          </a:p>
          <a:p>
            <a:r>
              <a:rPr lang="en-US" altLang="ko-KR" sz="800" dirty="0">
                <a:solidFill>
                  <a:srgbClr val="FF0000"/>
                </a:solidFill>
                <a:latin typeface="AppleSDGothicNeoM00" panose="02000503000000000000" pitchFamily="2" charset="-127"/>
                <a:ea typeface="AppleSDGothicNeoM00" panose="02000503000000000000" pitchFamily="2" charset="-127"/>
              </a:rPr>
              <a:t>x</a:t>
            </a:r>
            <a:r>
              <a:rPr lang="en-US" altLang="ko-KR" sz="800" baseline="-25000" dirty="0">
                <a:solidFill>
                  <a:srgbClr val="FF0000"/>
                </a:solidFill>
                <a:latin typeface="AppleSDGothicNeoM00" panose="02000503000000000000" pitchFamily="2" charset="-127"/>
                <a:ea typeface="AppleSDGothicNeoM00" panose="02000503000000000000" pitchFamily="2" charset="-127"/>
              </a:rPr>
              <a:t>2 </a:t>
            </a:r>
            <a:r>
              <a:rPr lang="en-US" altLang="ko-KR" sz="800" dirty="0">
                <a:solidFill>
                  <a:srgbClr val="FF0000"/>
                </a:solidFill>
                <a:latin typeface="AppleSDGothicNeoM00" panose="02000503000000000000" pitchFamily="2" charset="-127"/>
                <a:ea typeface="AppleSDGothicNeoM00" panose="02000503000000000000" pitchFamily="2" charset="-127"/>
              </a:rPr>
              <a:t>= 0.13x</a:t>
            </a:r>
            <a:r>
              <a:rPr lang="en-US" altLang="ko-KR" sz="800" baseline="-25000" dirty="0">
                <a:solidFill>
                  <a:srgbClr val="FF0000"/>
                </a:solidFill>
                <a:latin typeface="AppleSDGothicNeoM00" panose="02000503000000000000" pitchFamily="2" charset="-127"/>
                <a:ea typeface="AppleSDGothicNeoM00" panose="02000503000000000000" pitchFamily="2" charset="-127"/>
              </a:rPr>
              <a:t>1 </a:t>
            </a:r>
            <a:r>
              <a:rPr lang="en-US" altLang="ko-KR" sz="800" dirty="0">
                <a:solidFill>
                  <a:srgbClr val="FF0000"/>
                </a:solidFill>
                <a:latin typeface="AppleSDGothicNeoM00" panose="02000503000000000000" pitchFamily="2" charset="-127"/>
                <a:ea typeface="AppleSDGothicNeoM00" panose="02000503000000000000" pitchFamily="2" charset="-127"/>
              </a:rPr>
              <a:t>= 381.9 ft (= 116.4m)</a:t>
            </a:r>
            <a:endParaRPr lang="ko-KR" altLang="en-US" sz="800" baseline="-25000" dirty="0">
              <a:solidFill>
                <a:srgbClr val="FF0000"/>
              </a:solidFill>
              <a:latin typeface="AppleSDGothicNeoM00" panose="02000503000000000000" pitchFamily="2" charset="-127"/>
              <a:ea typeface="AppleSDGothicNeoM00" panose="02000503000000000000" pitchFamily="2" charset="-127"/>
            </a:endParaRPr>
          </a:p>
          <a:p>
            <a:r>
              <a:rPr lang="en-US" altLang="ko-KR" sz="800" dirty="0">
                <a:solidFill>
                  <a:srgbClr val="FF0000"/>
                </a:solidFill>
                <a:latin typeface="AppleSDGothicNeoM00" panose="02000503000000000000" pitchFamily="2" charset="-127"/>
                <a:ea typeface="AppleSDGothicNeoM00" panose="02000503000000000000" pitchFamily="2" charset="-127"/>
              </a:rPr>
              <a:t>x</a:t>
            </a:r>
            <a:r>
              <a:rPr lang="en-US" altLang="ko-KR" sz="800" baseline="-25000" dirty="0">
                <a:solidFill>
                  <a:srgbClr val="FF0000"/>
                </a:solidFill>
                <a:latin typeface="AppleSDGothicNeoM00" panose="02000503000000000000" pitchFamily="2" charset="-127"/>
                <a:ea typeface="AppleSDGothicNeoM00" panose="02000503000000000000" pitchFamily="2" charset="-127"/>
              </a:rPr>
              <a:t>3 </a:t>
            </a:r>
            <a:r>
              <a:rPr lang="en-US" altLang="ko-KR" sz="800" dirty="0">
                <a:solidFill>
                  <a:srgbClr val="FF0000"/>
                </a:solidFill>
                <a:latin typeface="AppleSDGothicNeoM00" panose="02000503000000000000" pitchFamily="2" charset="-127"/>
                <a:ea typeface="AppleSDGothicNeoM00" panose="02000503000000000000" pitchFamily="2" charset="-127"/>
              </a:rPr>
              <a:t>= 0.12x</a:t>
            </a:r>
            <a:r>
              <a:rPr lang="en-US" altLang="ko-KR" sz="800" baseline="-25000" dirty="0">
                <a:solidFill>
                  <a:srgbClr val="FF0000"/>
                </a:solidFill>
                <a:latin typeface="AppleSDGothicNeoM00" panose="02000503000000000000" pitchFamily="2" charset="-127"/>
                <a:ea typeface="AppleSDGothicNeoM00" panose="02000503000000000000" pitchFamily="2" charset="-127"/>
              </a:rPr>
              <a:t>1 </a:t>
            </a:r>
            <a:r>
              <a:rPr lang="en-US" altLang="ko-KR" sz="800" dirty="0">
                <a:solidFill>
                  <a:srgbClr val="FF0000"/>
                </a:solidFill>
                <a:latin typeface="AppleSDGothicNeoM00" panose="02000503000000000000" pitchFamily="2" charset="-127"/>
                <a:ea typeface="AppleSDGothicNeoM00" panose="02000503000000000000" pitchFamily="2" charset="-127"/>
              </a:rPr>
              <a:t>= 352.6 ft (= 107.5m)</a:t>
            </a:r>
          </a:p>
          <a:p>
            <a:r>
              <a:rPr lang="en-US" altLang="ko-KR" sz="800" b="1" dirty="0">
                <a:solidFill>
                  <a:srgbClr val="FF0000"/>
                </a:solidFill>
                <a:latin typeface="AppleSDGothicNeoM00" panose="02000503000000000000" pitchFamily="2" charset="-127"/>
                <a:ea typeface="AppleSDGothicNeoM00" panose="02000503000000000000" pitchFamily="2" charset="-127"/>
              </a:rPr>
              <a:t>(Holding ring radius) </a:t>
            </a:r>
            <a:r>
              <a:rPr lang="en-US" altLang="ko-KR" sz="800" dirty="0">
                <a:solidFill>
                  <a:srgbClr val="FF0000"/>
                </a:solidFill>
                <a:latin typeface="AppleSDGothicNeoM00" panose="02000503000000000000" pitchFamily="2" charset="-127"/>
                <a:ea typeface="AppleSDGothicNeoM00" panose="02000503000000000000" pitchFamily="2" charset="-127"/>
              </a:rPr>
              <a:t>= x1+x2+x3 = 3672.5 ft  </a:t>
            </a:r>
            <a:endParaRPr lang="ko-KR" altLang="en-US" sz="800" dirty="0">
              <a:solidFill>
                <a:srgbClr val="FF0000"/>
              </a:solidFill>
              <a:latin typeface="AppleSDGothicNeoM00" panose="02000503000000000000" pitchFamily="2" charset="-127"/>
              <a:ea typeface="AppleSDGothicNeoM00" panose="02000503000000000000" pitchFamily="2" charset="-127"/>
            </a:endParaRPr>
          </a:p>
        </p:txBody>
      </p:sp>
      <mc:AlternateContent xmlns:mc="http://schemas.openxmlformats.org/markup-compatibility/2006" xmlns:a14="http://schemas.microsoft.com/office/drawing/2010/main">
        <mc:Choice Requires="a14">
          <p:sp>
            <p:nvSpPr>
              <p:cNvPr id="141" name="TextBox 140">
                <a:extLst>
                  <a:ext uri="{FF2B5EF4-FFF2-40B4-BE49-F238E27FC236}">
                    <a16:creationId xmlns:a16="http://schemas.microsoft.com/office/drawing/2014/main" id="{589F8ABA-3EB2-ED29-5C89-1C7AD853BE17}"/>
                  </a:ext>
                </a:extLst>
              </p:cNvPr>
              <p:cNvSpPr txBox="1"/>
              <p:nvPr/>
            </p:nvSpPr>
            <p:spPr>
              <a:xfrm>
                <a:off x="8776161" y="5225607"/>
                <a:ext cx="2409992" cy="1364476"/>
              </a:xfrm>
              <a:prstGeom prst="rect">
                <a:avLst/>
              </a:prstGeom>
              <a:noFill/>
            </p:spPr>
            <p:txBody>
              <a:bodyPr wrap="square" rtlCol="0">
                <a:spAutoFit/>
              </a:bodyPr>
              <a:lstStyle/>
              <a:p>
                <a:r>
                  <a:rPr lang="en-US" altLang="ko-KR" sz="800" dirty="0">
                    <a:solidFill>
                      <a:srgbClr val="FF0000"/>
                    </a:solidFill>
                    <a:latin typeface="AppleSDGothicNeoM00" panose="02000503000000000000" pitchFamily="2" charset="-127"/>
                    <a:ea typeface="AppleSDGothicNeoM00" panose="02000503000000000000" pitchFamily="2" charset="-127"/>
                  </a:rPr>
                  <a:t>y</a:t>
                </a:r>
                <a:r>
                  <a:rPr lang="en-US" altLang="ko-KR" sz="800" baseline="-25000" dirty="0">
                    <a:solidFill>
                      <a:srgbClr val="FF0000"/>
                    </a:solidFill>
                    <a:latin typeface="AppleSDGothicNeoM00" panose="02000503000000000000" pitchFamily="2" charset="-127"/>
                    <a:ea typeface="AppleSDGothicNeoM00" panose="02000503000000000000" pitchFamily="2" charset="-127"/>
                  </a:rPr>
                  <a:t>1 </a:t>
                </a:r>
                <a:r>
                  <a:rPr lang="en-US" altLang="ko-KR" sz="800" dirty="0">
                    <a:solidFill>
                      <a:srgbClr val="FF0000"/>
                    </a:solidFill>
                    <a:latin typeface="AppleSDGothicNeoM00" panose="02000503000000000000" pitchFamily="2" charset="-127"/>
                    <a:ea typeface="AppleSDGothicNeoM00" panose="02000503000000000000" pitchFamily="2" charset="-127"/>
                  </a:rPr>
                  <a:t>= altitude of FATO</a:t>
                </a:r>
              </a:p>
              <a:p>
                <a:r>
                  <a:rPr lang="en-US" altLang="ko-KR" sz="800" dirty="0">
                    <a:solidFill>
                      <a:srgbClr val="FF0000"/>
                    </a:solidFill>
                    <a:latin typeface="AppleSDGothicNeoM00" panose="02000503000000000000" pitchFamily="2" charset="-127"/>
                    <a:ea typeface="AppleSDGothicNeoM00" panose="02000503000000000000" pitchFamily="2" charset="-127"/>
                  </a:rPr>
                  <a:t>y</a:t>
                </a:r>
                <a:r>
                  <a:rPr lang="en-US" altLang="ko-KR" sz="800" baseline="-25000" dirty="0">
                    <a:solidFill>
                      <a:srgbClr val="FF0000"/>
                    </a:solidFill>
                    <a:latin typeface="AppleSDGothicNeoM00" panose="02000503000000000000" pitchFamily="2" charset="-127"/>
                    <a:ea typeface="AppleSDGothicNeoM00" panose="02000503000000000000" pitchFamily="2" charset="-127"/>
                  </a:rPr>
                  <a:t>2 </a:t>
                </a:r>
                <a:r>
                  <a:rPr lang="en-US" altLang="ko-KR" sz="800" dirty="0">
                    <a:solidFill>
                      <a:srgbClr val="FF0000"/>
                    </a:solidFill>
                    <a:latin typeface="AppleSDGothicNeoM00" panose="02000503000000000000" pitchFamily="2" charset="-127"/>
                    <a:ea typeface="AppleSDGothicNeoM00" panose="02000503000000000000" pitchFamily="2" charset="-127"/>
                  </a:rPr>
                  <a:t>= x</a:t>
                </a:r>
                <a:r>
                  <a:rPr lang="en-US" altLang="ko-KR" sz="800" baseline="-25000" dirty="0">
                    <a:solidFill>
                      <a:srgbClr val="FF0000"/>
                    </a:solidFill>
                    <a:latin typeface="AppleSDGothicNeoM00" panose="02000503000000000000" pitchFamily="2" charset="-127"/>
                    <a:ea typeface="AppleSDGothicNeoM00" panose="02000503000000000000" pitchFamily="2" charset="-127"/>
                  </a:rPr>
                  <a:t>1</a:t>
                </a:r>
                <a:r>
                  <a:rPr lang="en-US" altLang="ko-KR" sz="800" dirty="0">
                    <a:solidFill>
                      <a:srgbClr val="FF0000"/>
                    </a:solidFill>
                    <a:latin typeface="AppleSDGothicNeoM00" panose="02000503000000000000" pitchFamily="2" charset="-127"/>
                    <a:ea typeface="AppleSDGothicNeoM00" panose="02000503000000000000" pitchFamily="2" charset="-127"/>
                  </a:rPr>
                  <a:t>·tan(</a:t>
                </a:r>
                <a14:m>
                  <m:oMath xmlns:m="http://schemas.openxmlformats.org/officeDocument/2006/math">
                    <m:r>
                      <a:rPr lang="ko-KR" altLang="en-US" sz="800" i="1" dirty="0" smtClean="0">
                        <a:solidFill>
                          <a:srgbClr val="FF0000"/>
                        </a:solidFill>
                        <a:latin typeface="Cambria Math" panose="02040503050406030204" pitchFamily="18" charset="0"/>
                        <a:ea typeface="AppleSDGothicNeoM00" panose="02000503000000000000" pitchFamily="2" charset="-127"/>
                      </a:rPr>
                      <m:t>𝜃</m:t>
                    </m:r>
                  </m:oMath>
                </a14:m>
                <a:r>
                  <a:rPr lang="en-US" altLang="ko-KR" sz="800" dirty="0">
                    <a:solidFill>
                      <a:srgbClr val="FF0000"/>
                    </a:solidFill>
                    <a:latin typeface="AppleSDGothicNeoM00" panose="02000503000000000000" pitchFamily="2" charset="-127"/>
                    <a:ea typeface="AppleSDGothicNeoM00" panose="02000503000000000000" pitchFamily="2" charset="-127"/>
                  </a:rPr>
                  <a:t>) = 624.5 ft (= 190.3 m)</a:t>
                </a:r>
                <a:endParaRPr lang="ko-KR" altLang="en-US" sz="800" dirty="0">
                  <a:solidFill>
                    <a:srgbClr val="FF0000"/>
                  </a:solidFill>
                  <a:latin typeface="AppleSDGothicNeoM00" panose="02000503000000000000" pitchFamily="2" charset="-127"/>
                  <a:ea typeface="AppleSDGothicNeoM00" panose="02000503000000000000" pitchFamily="2" charset="-127"/>
                </a:endParaRPr>
              </a:p>
              <a:p>
                <a:r>
                  <a:rPr lang="en-US" altLang="ko-KR" sz="800" dirty="0">
                    <a:solidFill>
                      <a:srgbClr val="FF0000"/>
                    </a:solidFill>
                    <a:latin typeface="AppleSDGothicNeoM00" panose="02000503000000000000" pitchFamily="2" charset="-127"/>
                    <a:ea typeface="AppleSDGothicNeoM00" panose="02000503000000000000" pitchFamily="2" charset="-127"/>
                  </a:rPr>
                  <a:t>y</a:t>
                </a:r>
                <a:r>
                  <a:rPr lang="en-US" altLang="ko-KR" sz="800" baseline="-25000" dirty="0">
                    <a:solidFill>
                      <a:srgbClr val="FF0000"/>
                    </a:solidFill>
                    <a:latin typeface="AppleSDGothicNeoM00" panose="02000503000000000000" pitchFamily="2" charset="-127"/>
                    <a:ea typeface="AppleSDGothicNeoM00" panose="02000503000000000000" pitchFamily="2" charset="-127"/>
                  </a:rPr>
                  <a:t>3 </a:t>
                </a:r>
                <a:r>
                  <a:rPr lang="en-US" altLang="ko-KR" sz="800" dirty="0">
                    <a:solidFill>
                      <a:srgbClr val="FF0000"/>
                    </a:solidFill>
                    <a:latin typeface="AppleSDGothicNeoM00" panose="02000503000000000000" pitchFamily="2" charset="-127"/>
                    <a:ea typeface="AppleSDGothicNeoM00" panose="02000503000000000000" pitchFamily="2" charset="-127"/>
                  </a:rPr>
                  <a:t>= R1 * sin</a:t>
                </a:r>
                <a:r>
                  <a:rPr lang="en-US" altLang="ko-KR" sz="800" baseline="30000" dirty="0">
                    <a:solidFill>
                      <a:srgbClr val="FF0000"/>
                    </a:solidFill>
                    <a:latin typeface="AppleSDGothicNeoM00" panose="02000503000000000000" pitchFamily="2" charset="-127"/>
                    <a:ea typeface="AppleSDGothicNeoM00" panose="02000503000000000000" pitchFamily="2" charset="-127"/>
                  </a:rPr>
                  <a:t>-1</a:t>
                </a:r>
                <a:r>
                  <a:rPr lang="en-US" altLang="ko-KR" sz="800" dirty="0">
                    <a:solidFill>
                      <a:srgbClr val="FF0000"/>
                    </a:solidFill>
                    <a:latin typeface="AppleSDGothicNeoM00" panose="02000503000000000000" pitchFamily="2" charset="-127"/>
                    <a:ea typeface="AppleSDGothicNeoM00" panose="02000503000000000000" pitchFamily="2" charset="-127"/>
                  </a:rPr>
                  <a:t>(x</a:t>
                </a:r>
                <a:r>
                  <a:rPr lang="en-US" altLang="ko-KR" sz="800" baseline="-25000" dirty="0">
                    <a:solidFill>
                      <a:srgbClr val="FF0000"/>
                    </a:solidFill>
                    <a:latin typeface="AppleSDGothicNeoM00" panose="02000503000000000000" pitchFamily="2" charset="-127"/>
                    <a:ea typeface="AppleSDGothicNeoM00" panose="02000503000000000000" pitchFamily="2" charset="-127"/>
                  </a:rPr>
                  <a:t>2</a:t>
                </a:r>
                <a:r>
                  <a:rPr lang="en-US" altLang="ko-KR" sz="800" dirty="0">
                    <a:solidFill>
                      <a:srgbClr val="FF0000"/>
                    </a:solidFill>
                    <a:latin typeface="AppleSDGothicNeoM00" panose="02000503000000000000" pitchFamily="2" charset="-127"/>
                    <a:ea typeface="AppleSDGothicNeoM00" panose="02000503000000000000" pitchFamily="2" charset="-127"/>
                  </a:rPr>
                  <a:t>/R1) * sin(</a:t>
                </a:r>
                <a14:m>
                  <m:oMath xmlns:m="http://schemas.openxmlformats.org/officeDocument/2006/math">
                    <m:r>
                      <a:rPr lang="ko-KR" altLang="en-US" sz="800" i="1" dirty="0" smtClean="0">
                        <a:solidFill>
                          <a:srgbClr val="FF0000"/>
                        </a:solidFill>
                        <a:latin typeface="Cambria Math" panose="02040503050406030204" pitchFamily="18" charset="0"/>
                        <a:ea typeface="AppleSDGothicNeoM00" panose="02000503000000000000" pitchFamily="2" charset="-127"/>
                      </a:rPr>
                      <m:t>𝜃</m:t>
                    </m:r>
                  </m:oMath>
                </a14:m>
                <a:r>
                  <a:rPr lang="en-US" altLang="ko-KR" sz="800" dirty="0">
                    <a:solidFill>
                      <a:srgbClr val="FF0000"/>
                    </a:solidFill>
                    <a:latin typeface="AppleSDGothicNeoM00" panose="02000503000000000000" pitchFamily="2" charset="-127"/>
                    <a:ea typeface="AppleSDGothicNeoM00" panose="02000503000000000000" pitchFamily="2" charset="-127"/>
                  </a:rPr>
                  <a:t>) = 85.9 ft (= 26.2 m)</a:t>
                </a:r>
              </a:p>
              <a:p>
                <a:r>
                  <a:rPr lang="en-US" altLang="ko-KR" sz="800" dirty="0">
                    <a:solidFill>
                      <a:srgbClr val="FF0000"/>
                    </a:solidFill>
                    <a:latin typeface="AppleSDGothicNeoM00" panose="02000503000000000000" pitchFamily="2" charset="-127"/>
                    <a:ea typeface="AppleSDGothicNeoM00" panose="02000503000000000000" pitchFamily="2" charset="-127"/>
                  </a:rPr>
                  <a:t>y</a:t>
                </a:r>
                <a:r>
                  <a:rPr lang="en-US" altLang="ko-KR" sz="800" baseline="-25000" dirty="0">
                    <a:solidFill>
                      <a:srgbClr val="FF0000"/>
                    </a:solidFill>
                    <a:latin typeface="AppleSDGothicNeoM00" panose="02000503000000000000" pitchFamily="2" charset="-127"/>
                    <a:ea typeface="AppleSDGothicNeoM00" panose="02000503000000000000" pitchFamily="2" charset="-127"/>
                  </a:rPr>
                  <a:t>4 </a:t>
                </a:r>
                <a:r>
                  <a:rPr lang="en-US" altLang="ko-KR" sz="800" dirty="0">
                    <a:solidFill>
                      <a:srgbClr val="FF0000"/>
                    </a:solidFill>
                    <a:latin typeface="AppleSDGothicNeoM00" panose="02000503000000000000" pitchFamily="2" charset="-127"/>
                    <a:ea typeface="AppleSDGothicNeoM00" panose="02000503000000000000" pitchFamily="2" charset="-127"/>
                  </a:rPr>
                  <a:t>= R2 * sin</a:t>
                </a:r>
                <a:r>
                  <a:rPr lang="en-US" altLang="ko-KR" sz="800" baseline="30000" dirty="0">
                    <a:solidFill>
                      <a:srgbClr val="FF0000"/>
                    </a:solidFill>
                    <a:latin typeface="AppleSDGothicNeoM00" panose="02000503000000000000" pitchFamily="2" charset="-127"/>
                    <a:ea typeface="AppleSDGothicNeoM00" panose="02000503000000000000" pitchFamily="2" charset="-127"/>
                  </a:rPr>
                  <a:t>-1</a:t>
                </a:r>
                <a:r>
                  <a:rPr lang="en-US" altLang="ko-KR" sz="800" dirty="0">
                    <a:solidFill>
                      <a:srgbClr val="FF0000"/>
                    </a:solidFill>
                    <a:latin typeface="AppleSDGothicNeoM00" panose="02000503000000000000" pitchFamily="2" charset="-127"/>
                    <a:ea typeface="AppleSDGothicNeoM00" panose="02000503000000000000" pitchFamily="2" charset="-127"/>
                  </a:rPr>
                  <a:t>(x</a:t>
                </a:r>
                <a:r>
                  <a:rPr lang="en-US" altLang="ko-KR" sz="800" baseline="-25000" dirty="0">
                    <a:solidFill>
                      <a:srgbClr val="FF0000"/>
                    </a:solidFill>
                    <a:latin typeface="AppleSDGothicNeoM00" panose="02000503000000000000" pitchFamily="2" charset="-127"/>
                    <a:ea typeface="AppleSDGothicNeoM00" panose="02000503000000000000" pitchFamily="2" charset="-127"/>
                  </a:rPr>
                  <a:t>3</a:t>
                </a:r>
                <a:r>
                  <a:rPr lang="en-US" altLang="ko-KR" sz="800" dirty="0">
                    <a:solidFill>
                      <a:srgbClr val="FF0000"/>
                    </a:solidFill>
                    <a:latin typeface="AppleSDGothicNeoM00" panose="02000503000000000000" pitchFamily="2" charset="-127"/>
                    <a:ea typeface="AppleSDGothicNeoM00" panose="02000503000000000000" pitchFamily="2" charset="-127"/>
                  </a:rPr>
                  <a:t>/R2) * sin(</a:t>
                </a:r>
                <a14:m>
                  <m:oMath xmlns:m="http://schemas.openxmlformats.org/officeDocument/2006/math">
                    <m:r>
                      <a:rPr lang="ko-KR" altLang="en-US" sz="800" i="1" dirty="0" smtClean="0">
                        <a:solidFill>
                          <a:srgbClr val="FF0000"/>
                        </a:solidFill>
                        <a:latin typeface="Cambria Math" panose="02040503050406030204" pitchFamily="18" charset="0"/>
                        <a:ea typeface="AppleSDGothicNeoM00" panose="02000503000000000000" pitchFamily="2" charset="-127"/>
                      </a:rPr>
                      <m:t>𝜃</m:t>
                    </m:r>
                  </m:oMath>
                </a14:m>
                <a:r>
                  <a:rPr lang="en-US" altLang="ko-KR" sz="800" dirty="0">
                    <a:solidFill>
                      <a:srgbClr val="FF0000"/>
                    </a:solidFill>
                    <a:latin typeface="AppleSDGothicNeoM00" panose="02000503000000000000" pitchFamily="2" charset="-127"/>
                    <a:ea typeface="AppleSDGothicNeoM00" panose="02000503000000000000" pitchFamily="2" charset="-127"/>
                  </a:rPr>
                  <a:t>) = 73.7 ft (= 22.7 m)</a:t>
                </a:r>
                <a:endParaRPr lang="en-US" altLang="ko-KR" sz="800" baseline="-25000" dirty="0">
                  <a:solidFill>
                    <a:srgbClr val="FF0000"/>
                  </a:solidFill>
                  <a:latin typeface="AppleSDGothicNeoM00" panose="02000503000000000000" pitchFamily="2" charset="-127"/>
                  <a:ea typeface="AppleSDGothicNeoM00" panose="02000503000000000000" pitchFamily="2" charset="-127"/>
                </a:endParaRPr>
              </a:p>
              <a:p>
                <a:endParaRPr lang="en-US" altLang="ko-KR" sz="800" baseline="-25000" dirty="0">
                  <a:solidFill>
                    <a:srgbClr val="FF0000"/>
                  </a:solidFill>
                  <a:latin typeface="AppleSDGothicNeoM00" panose="02000503000000000000" pitchFamily="2" charset="-127"/>
                  <a:ea typeface="AppleSDGothicNeoM00" panose="02000503000000000000" pitchFamily="2" charset="-127"/>
                </a:endParaRPr>
              </a:p>
              <a:p>
                <a:r>
                  <a:rPr lang="en-US" altLang="ko-KR" sz="800" b="1" dirty="0">
                    <a:solidFill>
                      <a:srgbClr val="FF0000"/>
                    </a:solidFill>
                    <a:latin typeface="AppleSDGothicNeoM00" panose="02000503000000000000" pitchFamily="2" charset="-127"/>
                    <a:ea typeface="AppleSDGothicNeoM00" panose="02000503000000000000" pitchFamily="2" charset="-127"/>
                  </a:rPr>
                  <a:t>(Altitude at holding ring) </a:t>
                </a:r>
                <a:r>
                  <a:rPr lang="en-US" altLang="ko-KR" sz="800" dirty="0">
                    <a:solidFill>
                      <a:srgbClr val="FF0000"/>
                    </a:solidFill>
                    <a:latin typeface="AppleSDGothicNeoM00" panose="02000503000000000000" pitchFamily="2" charset="-127"/>
                    <a:ea typeface="AppleSDGothicNeoM00" panose="02000503000000000000" pitchFamily="2" charset="-127"/>
                  </a:rPr>
                  <a:t>= y</a:t>
                </a:r>
                <a:r>
                  <a:rPr lang="en-US" altLang="ko-KR" sz="800" baseline="-25000" dirty="0">
                    <a:solidFill>
                      <a:srgbClr val="FF0000"/>
                    </a:solidFill>
                    <a:latin typeface="AppleSDGothicNeoM00" panose="02000503000000000000" pitchFamily="2" charset="-127"/>
                    <a:ea typeface="AppleSDGothicNeoM00" panose="02000503000000000000" pitchFamily="2" charset="-127"/>
                  </a:rPr>
                  <a:t>1 </a:t>
                </a:r>
                <a:r>
                  <a:rPr lang="en-US" altLang="ko-KR" sz="800" dirty="0">
                    <a:solidFill>
                      <a:srgbClr val="FF0000"/>
                    </a:solidFill>
                    <a:latin typeface="AppleSDGothicNeoM00" panose="02000503000000000000" pitchFamily="2" charset="-127"/>
                    <a:ea typeface="AppleSDGothicNeoM00" panose="02000503000000000000" pitchFamily="2" charset="-127"/>
                  </a:rPr>
                  <a:t>+ y</a:t>
                </a:r>
                <a:r>
                  <a:rPr lang="en-US" altLang="ko-KR" sz="800" baseline="-25000" dirty="0">
                    <a:solidFill>
                      <a:srgbClr val="FF0000"/>
                    </a:solidFill>
                    <a:latin typeface="AppleSDGothicNeoM00" panose="02000503000000000000" pitchFamily="2" charset="-127"/>
                    <a:ea typeface="AppleSDGothicNeoM00" panose="02000503000000000000" pitchFamily="2" charset="-127"/>
                  </a:rPr>
                  <a:t>2 </a:t>
                </a:r>
                <a:r>
                  <a:rPr lang="en-US" altLang="ko-KR" sz="800" dirty="0">
                    <a:solidFill>
                      <a:srgbClr val="FF0000"/>
                    </a:solidFill>
                    <a:latin typeface="AppleSDGothicNeoM00" panose="02000503000000000000" pitchFamily="2" charset="-127"/>
                    <a:ea typeface="AppleSDGothicNeoM00" panose="02000503000000000000" pitchFamily="2" charset="-127"/>
                  </a:rPr>
                  <a:t>+ y</a:t>
                </a:r>
                <a:r>
                  <a:rPr lang="en-US" altLang="ko-KR" sz="800" baseline="-25000" dirty="0">
                    <a:solidFill>
                      <a:srgbClr val="FF0000"/>
                    </a:solidFill>
                    <a:latin typeface="AppleSDGothicNeoM00" panose="02000503000000000000" pitchFamily="2" charset="-127"/>
                    <a:ea typeface="AppleSDGothicNeoM00" panose="02000503000000000000" pitchFamily="2" charset="-127"/>
                  </a:rPr>
                  <a:t>3 </a:t>
                </a:r>
                <a:r>
                  <a:rPr lang="en-US" altLang="ko-KR" sz="800" dirty="0">
                    <a:solidFill>
                      <a:srgbClr val="FF0000"/>
                    </a:solidFill>
                    <a:latin typeface="AppleSDGothicNeoM00" panose="02000503000000000000" pitchFamily="2" charset="-127"/>
                    <a:ea typeface="AppleSDGothicNeoM00" panose="02000503000000000000" pitchFamily="2" charset="-127"/>
                  </a:rPr>
                  <a:t>+ y</a:t>
                </a:r>
                <a:r>
                  <a:rPr lang="en-US" altLang="ko-KR" sz="800" baseline="-25000" dirty="0">
                    <a:solidFill>
                      <a:srgbClr val="FF0000"/>
                    </a:solidFill>
                    <a:latin typeface="AppleSDGothicNeoM00" panose="02000503000000000000" pitchFamily="2" charset="-127"/>
                    <a:ea typeface="AppleSDGothicNeoM00" panose="02000503000000000000" pitchFamily="2" charset="-127"/>
                  </a:rPr>
                  <a:t>4 </a:t>
                </a:r>
                <a:br>
                  <a:rPr lang="en-US" altLang="ko-KR" sz="800" baseline="-25000" dirty="0">
                    <a:solidFill>
                      <a:srgbClr val="FF0000"/>
                    </a:solidFill>
                    <a:latin typeface="AppleSDGothicNeoM00" panose="02000503000000000000" pitchFamily="2" charset="-127"/>
                    <a:ea typeface="AppleSDGothicNeoM00" panose="02000503000000000000" pitchFamily="2" charset="-127"/>
                  </a:rPr>
                </a:br>
                <a:r>
                  <a:rPr lang="en-US" altLang="ko-KR" sz="800" dirty="0">
                    <a:solidFill>
                      <a:srgbClr val="FF0000"/>
                    </a:solidFill>
                    <a:latin typeface="AppleSDGothicNeoM00" panose="02000503000000000000" pitchFamily="2" charset="-127"/>
                    <a:ea typeface="AppleSDGothicNeoM00" panose="02000503000000000000" pitchFamily="2" charset="-127"/>
                  </a:rPr>
                  <a:t>= y</a:t>
                </a:r>
                <a:r>
                  <a:rPr lang="en-US" altLang="ko-KR" sz="800" baseline="-25000" dirty="0">
                    <a:solidFill>
                      <a:srgbClr val="FF0000"/>
                    </a:solidFill>
                    <a:latin typeface="AppleSDGothicNeoM00" panose="02000503000000000000" pitchFamily="2" charset="-127"/>
                    <a:ea typeface="AppleSDGothicNeoM00" panose="02000503000000000000" pitchFamily="2" charset="-127"/>
                  </a:rPr>
                  <a:t>1 </a:t>
                </a:r>
                <a:r>
                  <a:rPr lang="en-US" altLang="ko-KR" sz="800" dirty="0">
                    <a:solidFill>
                      <a:srgbClr val="FF0000"/>
                    </a:solidFill>
                    <a:latin typeface="AppleSDGothicNeoM00" panose="02000503000000000000" pitchFamily="2" charset="-127"/>
                    <a:ea typeface="AppleSDGothicNeoM00" panose="02000503000000000000" pitchFamily="2" charset="-127"/>
                  </a:rPr>
                  <a:t>+ 784.1 ft (= 239.0 m)</a:t>
                </a:r>
              </a:p>
              <a:p>
                <a:endParaRPr lang="en-US" altLang="ko-KR" sz="800" baseline="-25000" dirty="0">
                  <a:solidFill>
                    <a:srgbClr val="FF0000"/>
                  </a:solidFill>
                  <a:latin typeface="AppleSDGothicNeoM00" panose="02000503000000000000" pitchFamily="2" charset="-127"/>
                  <a:ea typeface="AppleSDGothicNeoM00" panose="02000503000000000000" pitchFamily="2" charset="-127"/>
                </a:endParaRPr>
              </a:p>
              <a:p>
                <a:r>
                  <a:rPr lang="en-US" altLang="ko-KR" sz="800" b="1" dirty="0">
                    <a:solidFill>
                      <a:srgbClr val="FF0000"/>
                    </a:solidFill>
                    <a:latin typeface="AppleSDGothicNeoM00" panose="02000503000000000000" pitchFamily="2" charset="-127"/>
                    <a:ea typeface="AppleSDGothicNeoM00" panose="02000503000000000000" pitchFamily="2" charset="-127"/>
                  </a:rPr>
                  <a:t>(Arc lengths at the</a:t>
                </a:r>
                <a:r>
                  <a:rPr lang="ko-KR" altLang="en-US" sz="800" b="1" dirty="0">
                    <a:solidFill>
                      <a:srgbClr val="FF0000"/>
                    </a:solidFill>
                    <a:latin typeface="AppleSDGothicNeoM00" panose="02000503000000000000" pitchFamily="2" charset="-127"/>
                    <a:ea typeface="AppleSDGothicNeoM00" panose="02000503000000000000" pitchFamily="2" charset="-127"/>
                  </a:rPr>
                  <a:t> </a:t>
                </a:r>
                <a:r>
                  <a:rPr lang="en-US" altLang="ko-KR" sz="800" b="1" dirty="0">
                    <a:solidFill>
                      <a:srgbClr val="FF0000"/>
                    </a:solidFill>
                    <a:latin typeface="AppleSDGothicNeoM00" panose="02000503000000000000" pitchFamily="2" charset="-127"/>
                    <a:ea typeface="AppleSDGothicNeoM00" panose="02000503000000000000" pitchFamily="2" charset="-127"/>
                  </a:rPr>
                  <a:t>2</a:t>
                </a:r>
                <a:r>
                  <a:rPr lang="en-US" altLang="ko-KR" sz="800" b="1" baseline="30000" dirty="0">
                    <a:solidFill>
                      <a:srgbClr val="FF0000"/>
                    </a:solidFill>
                    <a:latin typeface="AppleSDGothicNeoM00" panose="02000503000000000000" pitchFamily="2" charset="-127"/>
                    <a:ea typeface="AppleSDGothicNeoM00" panose="02000503000000000000" pitchFamily="2" charset="-127"/>
                  </a:rPr>
                  <a:t>nd</a:t>
                </a:r>
                <a:r>
                  <a:rPr lang="en-US" altLang="ko-KR" sz="800" b="1" dirty="0">
                    <a:solidFill>
                      <a:srgbClr val="FF0000"/>
                    </a:solidFill>
                    <a:latin typeface="AppleSDGothicNeoM00" panose="02000503000000000000" pitchFamily="2" charset="-127"/>
                    <a:ea typeface="AppleSDGothicNeoM00" panose="02000503000000000000" pitchFamily="2" charset="-127"/>
                  </a:rPr>
                  <a:t> leg)</a:t>
                </a:r>
                <a:r>
                  <a:rPr lang="en-US" altLang="ko-KR" sz="800" dirty="0">
                    <a:solidFill>
                      <a:srgbClr val="FF0000"/>
                    </a:solidFill>
                    <a:latin typeface="AppleSDGothicNeoM00" panose="02000503000000000000" pitchFamily="2" charset="-127"/>
                    <a:ea typeface="AppleSDGothicNeoM00" panose="02000503000000000000" pitchFamily="2" charset="-127"/>
                  </a:rPr>
                  <a:t> =R1 * sin</a:t>
                </a:r>
                <a:r>
                  <a:rPr lang="en-US" altLang="ko-KR" sz="800" baseline="30000" dirty="0">
                    <a:solidFill>
                      <a:srgbClr val="FF0000"/>
                    </a:solidFill>
                    <a:latin typeface="AppleSDGothicNeoM00" panose="02000503000000000000" pitchFamily="2" charset="-127"/>
                    <a:ea typeface="AppleSDGothicNeoM00" panose="02000503000000000000" pitchFamily="2" charset="-127"/>
                  </a:rPr>
                  <a:t>-1</a:t>
                </a:r>
                <a:r>
                  <a:rPr lang="en-US" altLang="ko-KR" sz="800" dirty="0">
                    <a:solidFill>
                      <a:srgbClr val="FF0000"/>
                    </a:solidFill>
                    <a:latin typeface="AppleSDGothicNeoM00" panose="02000503000000000000" pitchFamily="2" charset="-127"/>
                    <a:ea typeface="AppleSDGothicNeoM00" panose="02000503000000000000" pitchFamily="2" charset="-127"/>
                  </a:rPr>
                  <a:t>(x</a:t>
                </a:r>
                <a:r>
                  <a:rPr lang="en-US" altLang="ko-KR" sz="800" baseline="-25000" dirty="0">
                    <a:solidFill>
                      <a:srgbClr val="FF0000"/>
                    </a:solidFill>
                    <a:latin typeface="AppleSDGothicNeoM00" panose="02000503000000000000" pitchFamily="2" charset="-127"/>
                    <a:ea typeface="AppleSDGothicNeoM00" panose="02000503000000000000" pitchFamily="2" charset="-127"/>
                  </a:rPr>
                  <a:t>2</a:t>
                </a:r>
                <a:r>
                  <a:rPr lang="en-US" altLang="ko-KR" sz="800" dirty="0">
                    <a:solidFill>
                      <a:srgbClr val="FF0000"/>
                    </a:solidFill>
                    <a:latin typeface="AppleSDGothicNeoM00" panose="02000503000000000000" pitchFamily="2" charset="-127"/>
                    <a:ea typeface="AppleSDGothicNeoM00" panose="02000503000000000000" pitchFamily="2" charset="-127"/>
                  </a:rPr>
                  <a:t>/R1)+ R2 * sin</a:t>
                </a:r>
                <a:r>
                  <a:rPr lang="en-US" altLang="ko-KR" sz="800" baseline="30000" dirty="0">
                    <a:solidFill>
                      <a:srgbClr val="FF0000"/>
                    </a:solidFill>
                    <a:latin typeface="AppleSDGothicNeoM00" panose="02000503000000000000" pitchFamily="2" charset="-127"/>
                    <a:ea typeface="AppleSDGothicNeoM00" panose="02000503000000000000" pitchFamily="2" charset="-127"/>
                  </a:rPr>
                  <a:t>-1</a:t>
                </a:r>
                <a:r>
                  <a:rPr lang="en-US" altLang="ko-KR" sz="800" dirty="0">
                    <a:solidFill>
                      <a:srgbClr val="FF0000"/>
                    </a:solidFill>
                    <a:latin typeface="AppleSDGothicNeoM00" panose="02000503000000000000" pitchFamily="2" charset="-127"/>
                    <a:ea typeface="AppleSDGothicNeoM00" panose="02000503000000000000" pitchFamily="2" charset="-127"/>
                  </a:rPr>
                  <a:t>(x</a:t>
                </a:r>
                <a:r>
                  <a:rPr lang="en-US" altLang="ko-KR" sz="800" baseline="-25000" dirty="0">
                    <a:solidFill>
                      <a:srgbClr val="FF0000"/>
                    </a:solidFill>
                    <a:latin typeface="AppleSDGothicNeoM00" panose="02000503000000000000" pitchFamily="2" charset="-127"/>
                    <a:ea typeface="AppleSDGothicNeoM00" panose="02000503000000000000" pitchFamily="2" charset="-127"/>
                  </a:rPr>
                  <a:t>3</a:t>
                </a:r>
                <a:r>
                  <a:rPr lang="en-US" altLang="ko-KR" sz="800" dirty="0">
                    <a:solidFill>
                      <a:srgbClr val="FF0000"/>
                    </a:solidFill>
                    <a:latin typeface="AppleSDGothicNeoM00" panose="02000503000000000000" pitchFamily="2" charset="-127"/>
                    <a:ea typeface="AppleSDGothicNeoM00" panose="02000503000000000000" pitchFamily="2" charset="-127"/>
                  </a:rPr>
                  <a:t>/R2) =</a:t>
                </a:r>
                <a14:m>
                  <m:oMath xmlns:m="http://schemas.openxmlformats.org/officeDocument/2006/math">
                    <m:r>
                      <a:rPr lang="en-US" altLang="ko-KR" sz="800" b="0" i="0" dirty="0" smtClean="0">
                        <a:solidFill>
                          <a:srgbClr val="FF0000"/>
                        </a:solidFill>
                        <a:latin typeface="Cambria Math" panose="02040503050406030204" pitchFamily="18" charset="0"/>
                        <a:ea typeface="AppleSDGothicNeoM00" panose="02000503000000000000" pitchFamily="2" charset="-127"/>
                      </a:rPr>
                      <m:t> </m:t>
                    </m:r>
                    <m:sSub>
                      <m:sSubPr>
                        <m:ctrlPr>
                          <a:rPr lang="en-US" altLang="ko-KR" sz="800" b="0" i="1" dirty="0" smtClean="0">
                            <a:solidFill>
                              <a:srgbClr val="FF0000"/>
                            </a:solidFill>
                            <a:latin typeface="Cambria Math" panose="02040503050406030204" pitchFamily="18" charset="0"/>
                            <a:ea typeface="AppleSDGothicNeoM00" panose="02000503000000000000" pitchFamily="2" charset="-127"/>
                          </a:rPr>
                        </m:ctrlPr>
                      </m:sSubPr>
                      <m:e>
                        <m:r>
                          <m:rPr>
                            <m:sty m:val="p"/>
                          </m:rPr>
                          <a:rPr lang="en-US" altLang="ko-KR" sz="800" dirty="0">
                            <a:solidFill>
                              <a:srgbClr val="FF0000"/>
                            </a:solidFill>
                            <a:latin typeface="Cambria Math" panose="02040503050406030204" pitchFamily="18" charset="0"/>
                            <a:ea typeface="AppleSDGothicNeoM00" panose="02000503000000000000" pitchFamily="2" charset="-127"/>
                          </a:rPr>
                          <m:t>R</m:t>
                        </m:r>
                      </m:e>
                      <m:sub>
                        <m:r>
                          <a:rPr lang="en-US" altLang="ko-KR" sz="800" b="0" i="0" dirty="0" smtClean="0">
                            <a:solidFill>
                              <a:srgbClr val="FF0000"/>
                            </a:solidFill>
                            <a:latin typeface="Cambria Math" panose="02040503050406030204" pitchFamily="18" charset="0"/>
                            <a:ea typeface="AppleSDGothicNeoM00" panose="02000503000000000000" pitchFamily="2" charset="-127"/>
                          </a:rPr>
                          <m:t>1</m:t>
                        </m:r>
                      </m:sub>
                    </m:sSub>
                    <m:r>
                      <a:rPr lang="ko-KR" altLang="en-US" sz="800" i="1" dirty="0" smtClean="0">
                        <a:solidFill>
                          <a:srgbClr val="FF0000"/>
                        </a:solidFill>
                        <a:latin typeface="Cambria Math" panose="02040503050406030204" pitchFamily="18" charset="0"/>
                        <a:ea typeface="AppleSDGothicNeoM00" panose="02000503000000000000" pitchFamily="2" charset="-127"/>
                      </a:rPr>
                      <m:t>𝛼</m:t>
                    </m:r>
                  </m:oMath>
                </a14:m>
                <a:r>
                  <a:rPr lang="en-US" altLang="ko-KR" sz="800" dirty="0">
                    <a:solidFill>
                      <a:srgbClr val="FF0000"/>
                    </a:solidFill>
                    <a:latin typeface="AppleSDGothicNeoM00" panose="02000503000000000000" pitchFamily="2" charset="-127"/>
                    <a:ea typeface="AppleSDGothicNeoM00" panose="02000503000000000000" pitchFamily="2" charset="-127"/>
                  </a:rPr>
                  <a:t> + </a:t>
                </a:r>
                <a14:m>
                  <m:oMath xmlns:m="http://schemas.openxmlformats.org/officeDocument/2006/math">
                    <m:sSub>
                      <m:sSubPr>
                        <m:ctrlPr>
                          <a:rPr lang="en-US" altLang="ko-KR" sz="800" i="1" dirty="0">
                            <a:solidFill>
                              <a:srgbClr val="FF0000"/>
                            </a:solidFill>
                            <a:latin typeface="Cambria Math" panose="02040503050406030204" pitchFamily="18" charset="0"/>
                            <a:ea typeface="AppleSDGothicNeoM00" panose="02000503000000000000" pitchFamily="2" charset="-127"/>
                          </a:rPr>
                        </m:ctrlPr>
                      </m:sSubPr>
                      <m:e>
                        <m:r>
                          <m:rPr>
                            <m:sty m:val="p"/>
                          </m:rPr>
                          <a:rPr lang="en-US" altLang="ko-KR" sz="800" dirty="0">
                            <a:solidFill>
                              <a:srgbClr val="FF0000"/>
                            </a:solidFill>
                            <a:latin typeface="Cambria Math" panose="02040503050406030204" pitchFamily="18" charset="0"/>
                            <a:ea typeface="AppleSDGothicNeoM00" panose="02000503000000000000" pitchFamily="2" charset="-127"/>
                          </a:rPr>
                          <m:t>R</m:t>
                        </m:r>
                      </m:e>
                      <m:sub>
                        <m:r>
                          <a:rPr lang="en-US" altLang="ko-KR" sz="800" b="0" i="0" dirty="0" smtClean="0">
                            <a:solidFill>
                              <a:srgbClr val="FF0000"/>
                            </a:solidFill>
                            <a:latin typeface="Cambria Math" panose="02040503050406030204" pitchFamily="18" charset="0"/>
                            <a:ea typeface="AppleSDGothicNeoM00" panose="02000503000000000000" pitchFamily="2" charset="-127"/>
                          </a:rPr>
                          <m:t>2</m:t>
                        </m:r>
                      </m:sub>
                    </m:sSub>
                    <m:r>
                      <a:rPr lang="en-US" altLang="ko-KR" sz="800" b="0" i="1" dirty="0" smtClean="0">
                        <a:solidFill>
                          <a:srgbClr val="FF0000"/>
                        </a:solidFill>
                        <a:latin typeface="Cambria Math" panose="02040503050406030204" pitchFamily="18" charset="0"/>
                        <a:ea typeface="AppleSDGothicNeoM00" panose="02000503000000000000" pitchFamily="2" charset="-127"/>
                      </a:rPr>
                      <m:t>𝛽</m:t>
                    </m:r>
                  </m:oMath>
                </a14:m>
                <a:r>
                  <a:rPr lang="en-US" altLang="ko-KR" sz="800" dirty="0">
                    <a:solidFill>
                      <a:srgbClr val="FF0000"/>
                    </a:solidFill>
                    <a:latin typeface="AppleSDGothicNeoM00" panose="02000503000000000000" pitchFamily="2" charset="-127"/>
                    <a:ea typeface="AppleSDGothicNeoM00" panose="02000503000000000000" pitchFamily="2" charset="-127"/>
                  </a:rPr>
                  <a:t> = 413.0 + 354.4 = 767.4 ft (233.9 m)</a:t>
                </a:r>
              </a:p>
            </p:txBody>
          </p:sp>
        </mc:Choice>
        <mc:Fallback xmlns="">
          <p:sp>
            <p:nvSpPr>
              <p:cNvPr id="141" name="TextBox 140">
                <a:extLst>
                  <a:ext uri="{FF2B5EF4-FFF2-40B4-BE49-F238E27FC236}">
                    <a16:creationId xmlns:a16="http://schemas.microsoft.com/office/drawing/2014/main" id="{589F8ABA-3EB2-ED29-5C89-1C7AD853BE17}"/>
                  </a:ext>
                </a:extLst>
              </p:cNvPr>
              <p:cNvSpPr txBox="1">
                <a:spLocks noRot="1" noChangeAspect="1" noMove="1" noResize="1" noEditPoints="1" noAdjustHandles="1" noChangeArrowheads="1" noChangeShapeType="1" noTextEdit="1"/>
              </p:cNvSpPr>
              <p:nvPr/>
            </p:nvSpPr>
            <p:spPr>
              <a:xfrm>
                <a:off x="8776161" y="5225607"/>
                <a:ext cx="2409992" cy="1364476"/>
              </a:xfrm>
              <a:prstGeom prst="rect">
                <a:avLst/>
              </a:prstGeom>
              <a:blipFill>
                <a:blip r:embed="rId11"/>
                <a:stretch>
                  <a:fillRect b="-446"/>
                </a:stretch>
              </a:blipFill>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143" name="TextBox 142">
                <a:extLst>
                  <a:ext uri="{FF2B5EF4-FFF2-40B4-BE49-F238E27FC236}">
                    <a16:creationId xmlns:a16="http://schemas.microsoft.com/office/drawing/2014/main" id="{D1515C9C-EC69-3D29-EB10-6D96D5C45E0D}"/>
                  </a:ext>
                </a:extLst>
              </p:cNvPr>
              <p:cNvSpPr txBox="1"/>
              <p:nvPr/>
            </p:nvSpPr>
            <p:spPr>
              <a:xfrm>
                <a:off x="8776161" y="2290479"/>
                <a:ext cx="2111295" cy="2226250"/>
              </a:xfrm>
              <a:prstGeom prst="rect">
                <a:avLst/>
              </a:prstGeom>
              <a:noFill/>
            </p:spPr>
            <p:txBody>
              <a:bodyPr wrap="square" rtlCol="0">
                <a:spAutoFit/>
              </a:bodyPr>
              <a:lstStyle/>
              <a:p>
                <a14:m>
                  <m:oMath xmlns:m="http://schemas.openxmlformats.org/officeDocument/2006/math">
                    <m:r>
                      <a:rPr lang="ko-KR" altLang="en-US" sz="800" i="1" dirty="0" smtClean="0">
                        <a:solidFill>
                          <a:srgbClr val="FF0000"/>
                        </a:solidFill>
                        <a:latin typeface="Cambria Math" panose="02040503050406030204" pitchFamily="18" charset="0"/>
                        <a:ea typeface="AppleSDGothicNeoM00" panose="02000503000000000000" pitchFamily="2" charset="-127"/>
                      </a:rPr>
                      <m:t>𝜃</m:t>
                    </m:r>
                  </m:oMath>
                </a14:m>
                <a:r>
                  <a:rPr lang="en-US" altLang="ko-KR" sz="800" dirty="0">
                    <a:solidFill>
                      <a:srgbClr val="FF0000"/>
                    </a:solidFill>
                    <a:latin typeface="AppleSDGothicNeoM00" panose="02000503000000000000" pitchFamily="2" charset="-127"/>
                    <a:ea typeface="AppleSDGothicNeoM00" panose="02000503000000000000" pitchFamily="2" charset="-127"/>
                  </a:rPr>
                  <a:t> = 8</a:t>
                </a:r>
                <a:r>
                  <a:rPr lang="en-US" altLang="ko-KR" sz="800" dirty="0">
                    <a:solidFill>
                      <a:srgbClr val="FF0000"/>
                    </a:solidFill>
                    <a:latin typeface="나눔바른고딕" panose="020B0603020101020101" pitchFamily="50" charset="-127"/>
                    <a:ea typeface="나눔바른고딕" panose="020B0603020101020101" pitchFamily="50" charset="-127"/>
                  </a:rPr>
                  <a:t>°</a:t>
                </a:r>
                <a:endParaRPr lang="ko-KR" altLang="en-US" sz="800" dirty="0">
                  <a:solidFill>
                    <a:srgbClr val="FF0000"/>
                  </a:solidFill>
                  <a:latin typeface="AppleSDGothicNeoM00" panose="02000503000000000000" pitchFamily="2" charset="-127"/>
                  <a:ea typeface="AppleSDGothicNeoM00" panose="02000503000000000000" pitchFamily="2" charset="-127"/>
                </a:endParaRPr>
              </a:p>
              <a:p>
                <a:r>
                  <a:rPr lang="en-US" altLang="ko-KR" sz="800" dirty="0" err="1">
                    <a:solidFill>
                      <a:srgbClr val="FF0000"/>
                    </a:solidFill>
                    <a:latin typeface="AppleSDGothicNeoM00" panose="02000503000000000000" pitchFamily="2" charset="-127"/>
                    <a:ea typeface="AppleSDGothicNeoM00" panose="02000503000000000000" pitchFamily="2" charset="-127"/>
                  </a:rPr>
                  <a:t>y</a:t>
                </a:r>
                <a:r>
                  <a:rPr lang="en-US" altLang="ko-KR" sz="800" baseline="-25000" dirty="0" err="1">
                    <a:solidFill>
                      <a:srgbClr val="FF0000"/>
                    </a:solidFill>
                    <a:latin typeface="AppleSDGothicNeoM00" panose="02000503000000000000" pitchFamily="2" charset="-127"/>
                    <a:ea typeface="AppleSDGothicNeoM00" panose="02000503000000000000" pitchFamily="2" charset="-127"/>
                  </a:rPr>
                  <a:t>FAF</a:t>
                </a:r>
                <a:r>
                  <a:rPr lang="en-US" altLang="ko-KR" sz="800" baseline="-25000" dirty="0">
                    <a:solidFill>
                      <a:srgbClr val="FF0000"/>
                    </a:solidFill>
                    <a:latin typeface="AppleSDGothicNeoM00" panose="02000503000000000000" pitchFamily="2" charset="-127"/>
                    <a:ea typeface="AppleSDGothicNeoM00" panose="02000503000000000000" pitchFamily="2" charset="-127"/>
                  </a:rPr>
                  <a:t> </a:t>
                </a:r>
                <a:r>
                  <a:rPr lang="en-US" altLang="ko-KR" sz="800" dirty="0">
                    <a:solidFill>
                      <a:srgbClr val="FF0000"/>
                    </a:solidFill>
                    <a:latin typeface="AppleSDGothicNeoM00" panose="02000503000000000000" pitchFamily="2" charset="-127"/>
                    <a:ea typeface="AppleSDGothicNeoM00" panose="02000503000000000000" pitchFamily="2" charset="-127"/>
                  </a:rPr>
                  <a:t>= </a:t>
                </a:r>
                <a:r>
                  <a:rPr lang="en-US" altLang="ko-KR" sz="800" dirty="0" err="1">
                    <a:solidFill>
                      <a:srgbClr val="FF0000"/>
                    </a:solidFill>
                    <a:latin typeface="AppleSDGothicNeoM00" panose="02000503000000000000" pitchFamily="2" charset="-127"/>
                    <a:ea typeface="AppleSDGothicNeoM00" panose="02000503000000000000" pitchFamily="2" charset="-127"/>
                  </a:rPr>
                  <a:t>y</a:t>
                </a:r>
                <a:r>
                  <a:rPr lang="en-US" altLang="ko-KR" sz="800" baseline="-25000" dirty="0" err="1">
                    <a:solidFill>
                      <a:srgbClr val="FF0000"/>
                    </a:solidFill>
                    <a:latin typeface="AppleSDGothicNeoM00" panose="02000503000000000000" pitchFamily="2" charset="-127"/>
                    <a:ea typeface="AppleSDGothicNeoM00" panose="02000503000000000000" pitchFamily="2" charset="-127"/>
                  </a:rPr>
                  <a:t>IAF</a:t>
                </a:r>
                <a:r>
                  <a:rPr lang="en-US" altLang="ko-KR" sz="800" baseline="-25000" dirty="0">
                    <a:solidFill>
                      <a:srgbClr val="FF0000"/>
                    </a:solidFill>
                    <a:latin typeface="AppleSDGothicNeoM00" panose="02000503000000000000" pitchFamily="2" charset="-127"/>
                    <a:ea typeface="AppleSDGothicNeoM00" panose="02000503000000000000" pitchFamily="2" charset="-127"/>
                  </a:rPr>
                  <a:t> </a:t>
                </a:r>
                <a:r>
                  <a:rPr lang="en-US" altLang="ko-KR" sz="800" dirty="0">
                    <a:solidFill>
                      <a:srgbClr val="FF0000"/>
                    </a:solidFill>
                    <a:latin typeface="AppleSDGothicNeoM00" panose="02000503000000000000" pitchFamily="2" charset="-127"/>
                    <a:ea typeface="AppleSDGothicNeoM00" panose="02000503000000000000" pitchFamily="2" charset="-127"/>
                  </a:rPr>
                  <a:t>= 500 ft </a:t>
                </a:r>
              </a:p>
              <a:p>
                <a:r>
                  <a:rPr lang="en-US" altLang="ko-KR" sz="800" dirty="0" err="1">
                    <a:solidFill>
                      <a:srgbClr val="FF0000"/>
                    </a:solidFill>
                    <a:latin typeface="AppleSDGothicNeoM00" panose="02000503000000000000" pitchFamily="2" charset="-127"/>
                    <a:ea typeface="AppleSDGothicNeoM00" panose="02000503000000000000" pitchFamily="2" charset="-127"/>
                  </a:rPr>
                  <a:t>x</a:t>
                </a:r>
                <a:r>
                  <a:rPr lang="en-US" altLang="ko-KR" sz="800" baseline="-25000" dirty="0" err="1">
                    <a:solidFill>
                      <a:srgbClr val="FF0000"/>
                    </a:solidFill>
                    <a:latin typeface="AppleSDGothicNeoM00" panose="02000503000000000000" pitchFamily="2" charset="-127"/>
                    <a:ea typeface="AppleSDGothicNeoM00" panose="02000503000000000000" pitchFamily="2" charset="-127"/>
                  </a:rPr>
                  <a:t>FAF</a:t>
                </a:r>
                <a:r>
                  <a:rPr lang="en-US" altLang="ko-KR" sz="800" baseline="-25000" dirty="0">
                    <a:solidFill>
                      <a:srgbClr val="FF0000"/>
                    </a:solidFill>
                    <a:latin typeface="AppleSDGothicNeoM00" panose="02000503000000000000" pitchFamily="2" charset="-127"/>
                    <a:ea typeface="AppleSDGothicNeoM00" panose="02000503000000000000" pitchFamily="2" charset="-127"/>
                  </a:rPr>
                  <a:t> </a:t>
                </a:r>
                <a:r>
                  <a:rPr lang="en-US" altLang="ko-KR" sz="800" dirty="0">
                    <a:solidFill>
                      <a:srgbClr val="FF0000"/>
                    </a:solidFill>
                    <a:latin typeface="AppleSDGothicNeoM00" panose="02000503000000000000" pitchFamily="2" charset="-127"/>
                    <a:ea typeface="AppleSDGothicNeoM00" panose="02000503000000000000" pitchFamily="2" charset="-127"/>
                  </a:rPr>
                  <a:t>= </a:t>
                </a:r>
                <a:r>
                  <a:rPr lang="en-US" altLang="ko-KR" sz="800" dirty="0" err="1">
                    <a:solidFill>
                      <a:srgbClr val="FF0000"/>
                    </a:solidFill>
                    <a:latin typeface="AppleSDGothicNeoM00" panose="02000503000000000000" pitchFamily="2" charset="-127"/>
                    <a:ea typeface="AppleSDGothicNeoM00" panose="02000503000000000000" pitchFamily="2" charset="-127"/>
                  </a:rPr>
                  <a:t>y</a:t>
                </a:r>
                <a:r>
                  <a:rPr lang="en-US" altLang="ko-KR" sz="800" baseline="-25000" dirty="0" err="1">
                    <a:solidFill>
                      <a:srgbClr val="FF0000"/>
                    </a:solidFill>
                    <a:latin typeface="AppleSDGothicNeoM00" panose="02000503000000000000" pitchFamily="2" charset="-127"/>
                    <a:ea typeface="AppleSDGothicNeoM00" panose="02000503000000000000" pitchFamily="2" charset="-127"/>
                  </a:rPr>
                  <a:t>FAF</a:t>
                </a:r>
                <a:r>
                  <a:rPr lang="en-US" altLang="ko-KR" sz="800" baseline="-25000" dirty="0">
                    <a:solidFill>
                      <a:srgbClr val="FF0000"/>
                    </a:solidFill>
                    <a:latin typeface="AppleSDGothicNeoM00" panose="02000503000000000000" pitchFamily="2" charset="-127"/>
                    <a:ea typeface="AppleSDGothicNeoM00" panose="02000503000000000000" pitchFamily="2" charset="-127"/>
                  </a:rPr>
                  <a:t> </a:t>
                </a:r>
                <a:r>
                  <a:rPr lang="en-US" altLang="ko-KR" sz="800" dirty="0">
                    <a:solidFill>
                      <a:srgbClr val="FF0000"/>
                    </a:solidFill>
                    <a:latin typeface="AppleSDGothicNeoM00" panose="02000503000000000000" pitchFamily="2" charset="-127"/>
                    <a:ea typeface="AppleSDGothicNeoM00" panose="02000503000000000000" pitchFamily="2" charset="-127"/>
                  </a:rPr>
                  <a:t>/ tan(</a:t>
                </a:r>
                <a14:m>
                  <m:oMath xmlns:m="http://schemas.openxmlformats.org/officeDocument/2006/math">
                    <m:r>
                      <a:rPr lang="ko-KR" altLang="en-US" sz="800" i="1" dirty="0" smtClean="0">
                        <a:solidFill>
                          <a:srgbClr val="FF0000"/>
                        </a:solidFill>
                        <a:latin typeface="Cambria Math" panose="02040503050406030204" pitchFamily="18" charset="0"/>
                        <a:ea typeface="AppleSDGothicNeoM00" panose="02000503000000000000" pitchFamily="2" charset="-127"/>
                      </a:rPr>
                      <m:t>𝜃</m:t>
                    </m:r>
                  </m:oMath>
                </a14:m>
                <a:r>
                  <a:rPr lang="en-US" altLang="ko-KR" sz="800" dirty="0">
                    <a:solidFill>
                      <a:srgbClr val="FF0000"/>
                    </a:solidFill>
                    <a:latin typeface="AppleSDGothicNeoM00" panose="02000503000000000000" pitchFamily="2" charset="-127"/>
                    <a:ea typeface="AppleSDGothicNeoM00" panose="02000503000000000000" pitchFamily="2" charset="-127"/>
                  </a:rPr>
                  <a:t>) = 0.586 NM (3557.7 ft)</a:t>
                </a:r>
              </a:p>
              <a:p>
                <a:r>
                  <a:rPr lang="en-US" altLang="ko-KR" sz="800" dirty="0" err="1">
                    <a:solidFill>
                      <a:srgbClr val="FF0000"/>
                    </a:solidFill>
                    <a:latin typeface="AppleSDGothicNeoM00" panose="02000503000000000000" pitchFamily="2" charset="-127"/>
                    <a:ea typeface="AppleSDGothicNeoM00" panose="02000503000000000000" pitchFamily="2" charset="-127"/>
                  </a:rPr>
                  <a:t>v</a:t>
                </a:r>
                <a:r>
                  <a:rPr lang="en-US" altLang="ko-KR" sz="800" baseline="-25000" dirty="0" err="1">
                    <a:solidFill>
                      <a:srgbClr val="FF0000"/>
                    </a:solidFill>
                    <a:latin typeface="AppleSDGothicNeoM00" panose="02000503000000000000" pitchFamily="2" charset="-127"/>
                    <a:ea typeface="AppleSDGothicNeoM00" panose="02000503000000000000" pitchFamily="2" charset="-127"/>
                  </a:rPr>
                  <a:t>IAF</a:t>
                </a:r>
                <a:r>
                  <a:rPr lang="en-US" altLang="ko-KR" sz="800" baseline="-25000" dirty="0">
                    <a:solidFill>
                      <a:srgbClr val="FF0000"/>
                    </a:solidFill>
                    <a:latin typeface="AppleSDGothicNeoM00" panose="02000503000000000000" pitchFamily="2" charset="-127"/>
                    <a:ea typeface="AppleSDGothicNeoM00" panose="02000503000000000000" pitchFamily="2" charset="-127"/>
                  </a:rPr>
                  <a:t> </a:t>
                </a:r>
                <a:r>
                  <a:rPr lang="en-US" altLang="ko-KR" sz="800" dirty="0">
                    <a:solidFill>
                      <a:srgbClr val="FF0000"/>
                    </a:solidFill>
                    <a:latin typeface="AppleSDGothicNeoM00" panose="02000503000000000000" pitchFamily="2" charset="-127"/>
                    <a:ea typeface="AppleSDGothicNeoM00" panose="02000503000000000000" pitchFamily="2" charset="-127"/>
                  </a:rPr>
                  <a:t>= 100 kts</a:t>
                </a:r>
              </a:p>
              <a:p>
                <a:r>
                  <a:rPr lang="en-US" altLang="ko-KR" sz="800" dirty="0" err="1">
                    <a:solidFill>
                      <a:srgbClr val="FF0000"/>
                    </a:solidFill>
                    <a:latin typeface="AppleSDGothicNeoM00" panose="02000503000000000000" pitchFamily="2" charset="-127"/>
                    <a:ea typeface="AppleSDGothicNeoM00" panose="02000503000000000000" pitchFamily="2" charset="-127"/>
                  </a:rPr>
                  <a:t>v</a:t>
                </a:r>
                <a:r>
                  <a:rPr lang="en-US" altLang="ko-KR" sz="800" baseline="-25000" dirty="0" err="1">
                    <a:solidFill>
                      <a:srgbClr val="FF0000"/>
                    </a:solidFill>
                    <a:latin typeface="AppleSDGothicNeoM00" panose="02000503000000000000" pitchFamily="2" charset="-127"/>
                    <a:ea typeface="AppleSDGothicNeoM00" panose="02000503000000000000" pitchFamily="2" charset="-127"/>
                  </a:rPr>
                  <a:t>FAF</a:t>
                </a:r>
                <a:r>
                  <a:rPr lang="en-US" altLang="ko-KR" sz="800" baseline="-25000" dirty="0">
                    <a:solidFill>
                      <a:srgbClr val="FF0000"/>
                    </a:solidFill>
                    <a:latin typeface="AppleSDGothicNeoM00" panose="02000503000000000000" pitchFamily="2" charset="-127"/>
                    <a:ea typeface="AppleSDGothicNeoM00" panose="02000503000000000000" pitchFamily="2" charset="-127"/>
                  </a:rPr>
                  <a:t> </a:t>
                </a:r>
                <a:r>
                  <a:rPr lang="en-US" altLang="ko-KR" sz="800" dirty="0">
                    <a:solidFill>
                      <a:srgbClr val="FF0000"/>
                    </a:solidFill>
                    <a:latin typeface="AppleSDGothicNeoM00" panose="02000503000000000000" pitchFamily="2" charset="-127"/>
                    <a:ea typeface="AppleSDGothicNeoM00" panose="02000503000000000000" pitchFamily="2" charset="-127"/>
                  </a:rPr>
                  <a:t>= 60 kts</a:t>
                </a:r>
                <a:endParaRPr lang="en-US" altLang="ko-KR" sz="800" baseline="-25000" dirty="0">
                  <a:solidFill>
                    <a:srgbClr val="FF0000"/>
                  </a:solidFill>
                  <a:latin typeface="AppleSDGothicNeoM00" panose="02000503000000000000" pitchFamily="2" charset="-127"/>
                  <a:ea typeface="AppleSDGothicNeoM00" panose="02000503000000000000" pitchFamily="2" charset="-127"/>
                </a:endParaRPr>
              </a:p>
              <a:p>
                <a:endParaRPr lang="en-US" altLang="ko-KR" sz="800" baseline="-25000" dirty="0">
                  <a:solidFill>
                    <a:srgbClr val="FF0000"/>
                  </a:solidFill>
                  <a:latin typeface="AppleSDGothicNeoM00" panose="02000503000000000000" pitchFamily="2" charset="-127"/>
                  <a:ea typeface="AppleSDGothicNeoM00" panose="02000503000000000000" pitchFamily="2" charset="-127"/>
                </a:endParaRPr>
              </a:p>
              <a:p>
                <a:endParaRPr lang="en-US" altLang="ko-KR" sz="800" baseline="-25000" dirty="0">
                  <a:solidFill>
                    <a:srgbClr val="FF0000"/>
                  </a:solidFill>
                  <a:latin typeface="AppleSDGothicNeoM00" panose="02000503000000000000" pitchFamily="2" charset="-127"/>
                  <a:ea typeface="AppleSDGothicNeoM00" panose="02000503000000000000" pitchFamily="2" charset="-127"/>
                </a:endParaRPr>
              </a:p>
              <a:p>
                <a:r>
                  <a:rPr lang="en-US" altLang="ko-KR" sz="800" dirty="0">
                    <a:solidFill>
                      <a:srgbClr val="FF0000"/>
                    </a:solidFill>
                    <a:latin typeface="AppleSDGothicNeoM00" panose="02000503000000000000" pitchFamily="2" charset="-127"/>
                    <a:ea typeface="AppleSDGothicNeoM00" panose="02000503000000000000" pitchFamily="2" charset="-127"/>
                  </a:rPr>
                  <a:t>R</a:t>
                </a:r>
                <a:r>
                  <a:rPr lang="en-US" altLang="ko-KR" sz="800" baseline="-25000" dirty="0">
                    <a:solidFill>
                      <a:srgbClr val="FF0000"/>
                    </a:solidFill>
                    <a:latin typeface="AppleSDGothicNeoM00" panose="02000503000000000000" pitchFamily="2" charset="-127"/>
                    <a:ea typeface="AppleSDGothicNeoM00" panose="02000503000000000000" pitchFamily="2" charset="-127"/>
                  </a:rPr>
                  <a:t>1 </a:t>
                </a:r>
                <a:r>
                  <a:rPr lang="en-US" altLang="ko-KR" sz="800" dirty="0">
                    <a:solidFill>
                      <a:srgbClr val="FF0000"/>
                    </a:solidFill>
                    <a:latin typeface="AppleSDGothicNeoM00" panose="02000503000000000000" pitchFamily="2" charset="-127"/>
                    <a:ea typeface="AppleSDGothicNeoM00" panose="02000503000000000000" pitchFamily="2" charset="-127"/>
                  </a:rPr>
                  <a:t>= 0.49NM</a:t>
                </a:r>
              </a:p>
              <a:p>
                <a:r>
                  <a:rPr lang="en-US" altLang="ko-KR" sz="800" dirty="0">
                    <a:solidFill>
                      <a:srgbClr val="FF0000"/>
                    </a:solidFill>
                    <a:latin typeface="AppleSDGothicNeoM00" panose="02000503000000000000" pitchFamily="2" charset="-127"/>
                    <a:ea typeface="AppleSDGothicNeoM00" panose="02000503000000000000" pitchFamily="2" charset="-127"/>
                  </a:rPr>
                  <a:t>    = </a:t>
                </a:r>
                <a:r>
                  <a:rPr lang="en-US" altLang="ko-KR" sz="800" dirty="0" err="1">
                    <a:solidFill>
                      <a:srgbClr val="FF0000"/>
                    </a:solidFill>
                    <a:latin typeface="AppleSDGothicNeoM00" panose="02000503000000000000" pitchFamily="2" charset="-127"/>
                    <a:ea typeface="AppleSDGothicNeoM00" panose="02000503000000000000" pitchFamily="2" charset="-127"/>
                  </a:rPr>
                  <a:t>v_ground_if</a:t>
                </a:r>
                <a:r>
                  <a:rPr lang="en-US" altLang="ko-KR" sz="800" dirty="0">
                    <a:solidFill>
                      <a:srgbClr val="FF0000"/>
                    </a:solidFill>
                    <a:latin typeface="AppleSDGothicNeoM00" panose="02000503000000000000" pitchFamily="2" charset="-127"/>
                    <a:ea typeface="AppleSDGothicNeoM00" panose="02000503000000000000" pitchFamily="2" charset="-127"/>
                  </a:rPr>
                  <a:t> * (2/60) * 2*pi</a:t>
                </a:r>
                <a:r>
                  <a:rPr lang="en-US" altLang="ko-KR" sz="800" baseline="-25000" dirty="0">
                    <a:solidFill>
                      <a:srgbClr val="FF0000"/>
                    </a:solidFill>
                    <a:latin typeface="AppleSDGothicNeoM00" panose="02000503000000000000" pitchFamily="2" charset="-127"/>
                    <a:ea typeface="AppleSDGothicNeoM00" panose="02000503000000000000" pitchFamily="2" charset="-127"/>
                  </a:rPr>
                  <a:t> </a:t>
                </a:r>
                <a:endParaRPr lang="en-US" altLang="ko-KR" sz="800" dirty="0">
                  <a:solidFill>
                    <a:srgbClr val="FF0000"/>
                  </a:solidFill>
                  <a:latin typeface="AppleSDGothicNeoM00" panose="02000503000000000000" pitchFamily="2" charset="-127"/>
                  <a:ea typeface="AppleSDGothicNeoM00" panose="02000503000000000000" pitchFamily="2" charset="-127"/>
                </a:endParaRPr>
              </a:p>
              <a:p>
                <a:r>
                  <a:rPr lang="en-US" altLang="ko-KR" sz="800" dirty="0">
                    <a:solidFill>
                      <a:srgbClr val="FF0000"/>
                    </a:solidFill>
                    <a:latin typeface="AppleSDGothicNeoM00" panose="02000503000000000000" pitchFamily="2" charset="-127"/>
                    <a:ea typeface="AppleSDGothicNeoM00" panose="02000503000000000000" pitchFamily="2" charset="-127"/>
                  </a:rPr>
                  <a:t>R</a:t>
                </a:r>
                <a:r>
                  <a:rPr lang="en-US" altLang="ko-KR" sz="800" baseline="-25000" dirty="0">
                    <a:solidFill>
                      <a:srgbClr val="FF0000"/>
                    </a:solidFill>
                    <a:latin typeface="AppleSDGothicNeoM00" panose="02000503000000000000" pitchFamily="2" charset="-127"/>
                    <a:ea typeface="AppleSDGothicNeoM00" panose="02000503000000000000" pitchFamily="2" charset="-127"/>
                  </a:rPr>
                  <a:t>2 </a:t>
                </a:r>
                <a:r>
                  <a:rPr lang="en-US" altLang="ko-KR" sz="800" dirty="0">
                    <a:solidFill>
                      <a:srgbClr val="FF0000"/>
                    </a:solidFill>
                    <a:latin typeface="AppleSDGothicNeoM00" panose="02000503000000000000" pitchFamily="2" charset="-127"/>
                    <a:ea typeface="AppleSDGothicNeoM00" panose="02000503000000000000" pitchFamily="2" charset="-127"/>
                  </a:rPr>
                  <a:t>= 0.71NM</a:t>
                </a:r>
              </a:p>
              <a:p>
                <a:r>
                  <a:rPr lang="en-US" altLang="ko-KR" sz="800" baseline="-25000" dirty="0">
                    <a:solidFill>
                      <a:srgbClr val="FF0000"/>
                    </a:solidFill>
                    <a:latin typeface="AppleSDGothicNeoM00" panose="02000503000000000000" pitchFamily="2" charset="-127"/>
                    <a:ea typeface="AppleSDGothicNeoM00" panose="02000503000000000000" pitchFamily="2" charset="-127"/>
                  </a:rPr>
                  <a:t>       </a:t>
                </a:r>
                <a:r>
                  <a:rPr lang="en-US" altLang="ko-KR" sz="800" dirty="0">
                    <a:solidFill>
                      <a:srgbClr val="FF0000"/>
                    </a:solidFill>
                    <a:latin typeface="AppleSDGothicNeoM00" panose="02000503000000000000" pitchFamily="2" charset="-127"/>
                    <a:ea typeface="AppleSDGothicNeoM00" panose="02000503000000000000" pitchFamily="2" charset="-127"/>
                  </a:rPr>
                  <a:t>= </a:t>
                </a:r>
                <a:r>
                  <a:rPr lang="en-US" altLang="ko-KR" sz="800" dirty="0" err="1">
                    <a:solidFill>
                      <a:srgbClr val="FF0000"/>
                    </a:solidFill>
                    <a:latin typeface="AppleSDGothicNeoM00" panose="02000503000000000000" pitchFamily="2" charset="-127"/>
                    <a:ea typeface="AppleSDGothicNeoM00" panose="02000503000000000000" pitchFamily="2" charset="-127"/>
                  </a:rPr>
                  <a:t>v_ground_iaf</a:t>
                </a:r>
                <a:r>
                  <a:rPr lang="en-US" altLang="ko-KR" sz="800" dirty="0">
                    <a:solidFill>
                      <a:srgbClr val="FF0000"/>
                    </a:solidFill>
                    <a:latin typeface="AppleSDGothicNeoM00" panose="02000503000000000000" pitchFamily="2" charset="-127"/>
                    <a:ea typeface="AppleSDGothicNeoM00" panose="02000503000000000000" pitchFamily="2" charset="-127"/>
                  </a:rPr>
                  <a:t> * (2/60) * 2*pi</a:t>
                </a:r>
                <a:r>
                  <a:rPr lang="en-US" altLang="ko-KR" sz="800" baseline="-25000" dirty="0">
                    <a:solidFill>
                      <a:srgbClr val="FF0000"/>
                    </a:solidFill>
                    <a:latin typeface="AppleSDGothicNeoM00" panose="02000503000000000000" pitchFamily="2" charset="-127"/>
                    <a:ea typeface="AppleSDGothicNeoM00" panose="02000503000000000000" pitchFamily="2" charset="-127"/>
                  </a:rPr>
                  <a:t> </a:t>
                </a:r>
              </a:p>
              <a:p>
                <a:endParaRPr lang="en-US" altLang="ko-KR" sz="800" baseline="-25000" dirty="0">
                  <a:solidFill>
                    <a:srgbClr val="FF0000"/>
                  </a:solidFill>
                  <a:latin typeface="AppleSDGothicNeoM00" panose="02000503000000000000" pitchFamily="2" charset="-127"/>
                  <a:ea typeface="AppleSDGothicNeoM00" panose="02000503000000000000" pitchFamily="2" charset="-127"/>
                </a:endParaRPr>
              </a:p>
              <a:p>
                <a:r>
                  <a:rPr lang="en-US" altLang="ko-KR" sz="800" dirty="0">
                    <a:solidFill>
                      <a:srgbClr val="FF0000"/>
                    </a:solidFill>
                    <a:latin typeface="AppleSDGothicNeoM00" panose="02000503000000000000" pitchFamily="2" charset="-127"/>
                    <a:ea typeface="AppleSDGothicNeoM00" panose="02000503000000000000" pitchFamily="2" charset="-127"/>
                  </a:rPr>
                  <a:t>d</a:t>
                </a:r>
                <a:r>
                  <a:rPr lang="en-US" altLang="ko-KR" sz="800" baseline="-25000" dirty="0">
                    <a:solidFill>
                      <a:srgbClr val="FF0000"/>
                    </a:solidFill>
                    <a:latin typeface="AppleSDGothicNeoM00" panose="02000503000000000000" pitchFamily="2" charset="-127"/>
                    <a:ea typeface="AppleSDGothicNeoM00" panose="02000503000000000000" pitchFamily="2" charset="-127"/>
                  </a:rPr>
                  <a:t>leg2 </a:t>
                </a:r>
                <a:r>
                  <a:rPr lang="en-US" altLang="ko-KR" sz="800" dirty="0">
                    <a:solidFill>
                      <a:srgbClr val="FF0000"/>
                    </a:solidFill>
                    <a:latin typeface="AppleSDGothicNeoM00" panose="02000503000000000000" pitchFamily="2" charset="-127"/>
                    <a:ea typeface="AppleSDGothicNeoM00" panose="02000503000000000000" pitchFamily="2" charset="-127"/>
                  </a:rPr>
                  <a:t>=</a:t>
                </a:r>
                <a:r>
                  <a:rPr lang="en-US" altLang="ko-KR" sz="800" baseline="-25000" dirty="0">
                    <a:solidFill>
                      <a:srgbClr val="FF0000"/>
                    </a:solidFill>
                    <a:latin typeface="AppleSDGothicNeoM00" panose="02000503000000000000" pitchFamily="2" charset="-127"/>
                    <a:ea typeface="AppleSDGothicNeoM00" panose="02000503000000000000" pitchFamily="2" charset="-127"/>
                  </a:rPr>
                  <a:t> </a:t>
                </a:r>
                <a:r>
                  <a:rPr lang="en-US" altLang="ko-KR" sz="800" dirty="0">
                    <a:solidFill>
                      <a:srgbClr val="FF0000"/>
                    </a:solidFill>
                    <a:latin typeface="AppleSDGothicNeoM00" panose="02000503000000000000" pitchFamily="2" charset="-127"/>
                    <a:ea typeface="AppleSDGothicNeoM00" panose="02000503000000000000" pitchFamily="2" charset="-127"/>
                  </a:rPr>
                  <a:t>R</a:t>
                </a:r>
                <a:r>
                  <a:rPr lang="en-US" altLang="ko-KR" sz="800" baseline="-25000" dirty="0">
                    <a:solidFill>
                      <a:srgbClr val="FF0000"/>
                    </a:solidFill>
                    <a:latin typeface="AppleSDGothicNeoM00" panose="02000503000000000000" pitchFamily="2" charset="-127"/>
                    <a:ea typeface="AppleSDGothicNeoM00" panose="02000503000000000000" pitchFamily="2" charset="-127"/>
                  </a:rPr>
                  <a:t>1</a:t>
                </a:r>
                <a:r>
                  <a:rPr lang="en-US" altLang="ko-KR" sz="800" dirty="0">
                    <a:solidFill>
                      <a:srgbClr val="FF0000"/>
                    </a:solidFill>
                    <a:latin typeface="AppleSDGothicNeoM00" panose="02000503000000000000" pitchFamily="2" charset="-127"/>
                    <a:ea typeface="AppleSDGothicNeoM00" panose="02000503000000000000" pitchFamily="2" charset="-127"/>
                  </a:rPr>
                  <a:t> * sin</a:t>
                </a:r>
                <a:r>
                  <a:rPr lang="en-US" altLang="ko-KR" sz="800" baseline="30000" dirty="0">
                    <a:solidFill>
                      <a:srgbClr val="FF0000"/>
                    </a:solidFill>
                    <a:latin typeface="AppleSDGothicNeoM00" panose="02000503000000000000" pitchFamily="2" charset="-127"/>
                    <a:ea typeface="AppleSDGothicNeoM00" panose="02000503000000000000" pitchFamily="2" charset="-127"/>
                  </a:rPr>
                  <a:t>-1</a:t>
                </a:r>
                <a:r>
                  <a:rPr lang="en-US" altLang="ko-KR" sz="800" dirty="0">
                    <a:solidFill>
                      <a:srgbClr val="FF0000"/>
                    </a:solidFill>
                    <a:latin typeface="AppleSDGothicNeoM00" panose="02000503000000000000" pitchFamily="2" charset="-127"/>
                    <a:ea typeface="AppleSDGothicNeoM00" panose="02000503000000000000" pitchFamily="2" charset="-127"/>
                  </a:rPr>
                  <a:t>(</a:t>
                </a:r>
                <a:r>
                  <a:rPr lang="en-US" altLang="ko-KR" sz="800" dirty="0" err="1">
                    <a:solidFill>
                      <a:srgbClr val="FF0000"/>
                    </a:solidFill>
                    <a:latin typeface="AppleSDGothicNeoM00" panose="02000503000000000000" pitchFamily="2" charset="-127"/>
                    <a:ea typeface="AppleSDGothicNeoM00" panose="02000503000000000000" pitchFamily="2" charset="-127"/>
                  </a:rPr>
                  <a:t>x</a:t>
                </a:r>
                <a:r>
                  <a:rPr lang="en-US" altLang="ko-KR" sz="800" baseline="-25000" dirty="0" err="1">
                    <a:solidFill>
                      <a:srgbClr val="FF0000"/>
                    </a:solidFill>
                    <a:latin typeface="AppleSDGothicNeoM00" panose="02000503000000000000" pitchFamily="2" charset="-127"/>
                    <a:ea typeface="AppleSDGothicNeoM00" panose="02000503000000000000" pitchFamily="2" charset="-127"/>
                  </a:rPr>
                  <a:t>FAF</a:t>
                </a:r>
                <a:r>
                  <a:rPr lang="en-US" altLang="ko-KR" sz="800" dirty="0">
                    <a:solidFill>
                      <a:srgbClr val="FF0000"/>
                    </a:solidFill>
                    <a:latin typeface="AppleSDGothicNeoM00" panose="02000503000000000000" pitchFamily="2" charset="-127"/>
                    <a:ea typeface="AppleSDGothicNeoM00" panose="02000503000000000000" pitchFamily="2" charset="-127"/>
                  </a:rPr>
                  <a:t>/R1)+ R</a:t>
                </a:r>
                <a:r>
                  <a:rPr lang="en-US" altLang="ko-KR" sz="800" baseline="-25000" dirty="0">
                    <a:solidFill>
                      <a:srgbClr val="FF0000"/>
                    </a:solidFill>
                    <a:latin typeface="AppleSDGothicNeoM00" panose="02000503000000000000" pitchFamily="2" charset="-127"/>
                    <a:ea typeface="AppleSDGothicNeoM00" panose="02000503000000000000" pitchFamily="2" charset="-127"/>
                  </a:rPr>
                  <a:t>2</a:t>
                </a:r>
                <a:r>
                  <a:rPr lang="en-US" altLang="ko-KR" sz="800" dirty="0">
                    <a:solidFill>
                      <a:srgbClr val="FF0000"/>
                    </a:solidFill>
                    <a:latin typeface="AppleSDGothicNeoM00" panose="02000503000000000000" pitchFamily="2" charset="-127"/>
                    <a:ea typeface="AppleSDGothicNeoM00" panose="02000503000000000000" pitchFamily="2" charset="-127"/>
                  </a:rPr>
                  <a:t> * sin</a:t>
                </a:r>
                <a:r>
                  <a:rPr lang="en-US" altLang="ko-KR" sz="800" baseline="30000" dirty="0">
                    <a:solidFill>
                      <a:srgbClr val="FF0000"/>
                    </a:solidFill>
                    <a:latin typeface="AppleSDGothicNeoM00" panose="02000503000000000000" pitchFamily="2" charset="-127"/>
                    <a:ea typeface="AppleSDGothicNeoM00" panose="02000503000000000000" pitchFamily="2" charset="-127"/>
                  </a:rPr>
                  <a:t>-1</a:t>
                </a:r>
                <a:r>
                  <a:rPr lang="en-US" altLang="ko-KR" sz="800" dirty="0">
                    <a:solidFill>
                      <a:srgbClr val="FF0000"/>
                    </a:solidFill>
                    <a:latin typeface="AppleSDGothicNeoM00" panose="02000503000000000000" pitchFamily="2" charset="-127"/>
                    <a:ea typeface="AppleSDGothicNeoM00" panose="02000503000000000000" pitchFamily="2" charset="-127"/>
                  </a:rPr>
                  <a:t>(</a:t>
                </a:r>
                <a:r>
                  <a:rPr lang="en-US" altLang="ko-KR" sz="800" dirty="0" err="1">
                    <a:solidFill>
                      <a:srgbClr val="FF0000"/>
                    </a:solidFill>
                    <a:latin typeface="AppleSDGothicNeoM00" panose="02000503000000000000" pitchFamily="2" charset="-127"/>
                    <a:ea typeface="AppleSDGothicNeoM00" panose="02000503000000000000" pitchFamily="2" charset="-127"/>
                  </a:rPr>
                  <a:t>x</a:t>
                </a:r>
                <a:r>
                  <a:rPr lang="en-US" altLang="ko-KR" sz="800" baseline="-25000" dirty="0" err="1">
                    <a:solidFill>
                      <a:srgbClr val="FF0000"/>
                    </a:solidFill>
                    <a:latin typeface="AppleSDGothicNeoM00" panose="02000503000000000000" pitchFamily="2" charset="-127"/>
                    <a:ea typeface="AppleSDGothicNeoM00" panose="02000503000000000000" pitchFamily="2" charset="-127"/>
                  </a:rPr>
                  <a:t>IF</a:t>
                </a:r>
                <a:r>
                  <a:rPr lang="en-US" altLang="ko-KR" sz="800" dirty="0">
                    <a:solidFill>
                      <a:srgbClr val="FF0000"/>
                    </a:solidFill>
                    <a:latin typeface="AppleSDGothicNeoM00" panose="02000503000000000000" pitchFamily="2" charset="-127"/>
                    <a:ea typeface="AppleSDGothicNeoM00" panose="02000503000000000000" pitchFamily="2" charset="-127"/>
                  </a:rPr>
                  <a:t>/R2) =</a:t>
                </a:r>
                <a14:m>
                  <m:oMath xmlns:m="http://schemas.openxmlformats.org/officeDocument/2006/math">
                    <m:r>
                      <a:rPr lang="en-US" altLang="ko-KR" sz="800" b="0" i="0" dirty="0" smtClean="0">
                        <a:solidFill>
                          <a:srgbClr val="FF0000"/>
                        </a:solidFill>
                        <a:latin typeface="Cambria Math" panose="02040503050406030204" pitchFamily="18" charset="0"/>
                        <a:ea typeface="AppleSDGothicNeoM00" panose="02000503000000000000" pitchFamily="2" charset="-127"/>
                      </a:rPr>
                      <m:t> </m:t>
                    </m:r>
                    <m:sSub>
                      <m:sSubPr>
                        <m:ctrlPr>
                          <a:rPr lang="en-US" altLang="ko-KR" sz="800" b="0" i="1" dirty="0" smtClean="0">
                            <a:solidFill>
                              <a:srgbClr val="FF0000"/>
                            </a:solidFill>
                            <a:latin typeface="Cambria Math" panose="02040503050406030204" pitchFamily="18" charset="0"/>
                            <a:ea typeface="AppleSDGothicNeoM00" panose="02000503000000000000" pitchFamily="2" charset="-127"/>
                          </a:rPr>
                        </m:ctrlPr>
                      </m:sSubPr>
                      <m:e>
                        <m:r>
                          <m:rPr>
                            <m:sty m:val="p"/>
                          </m:rPr>
                          <a:rPr lang="en-US" altLang="ko-KR" sz="800" dirty="0">
                            <a:solidFill>
                              <a:srgbClr val="FF0000"/>
                            </a:solidFill>
                            <a:latin typeface="Cambria Math" panose="02040503050406030204" pitchFamily="18" charset="0"/>
                            <a:ea typeface="AppleSDGothicNeoM00" panose="02000503000000000000" pitchFamily="2" charset="-127"/>
                          </a:rPr>
                          <m:t>R</m:t>
                        </m:r>
                      </m:e>
                      <m:sub>
                        <m:r>
                          <a:rPr lang="en-US" altLang="ko-KR" sz="800" b="0" i="0" dirty="0" smtClean="0">
                            <a:solidFill>
                              <a:srgbClr val="FF0000"/>
                            </a:solidFill>
                            <a:latin typeface="Cambria Math" panose="02040503050406030204" pitchFamily="18" charset="0"/>
                            <a:ea typeface="AppleSDGothicNeoM00" panose="02000503000000000000" pitchFamily="2" charset="-127"/>
                          </a:rPr>
                          <m:t>1</m:t>
                        </m:r>
                      </m:sub>
                    </m:sSub>
                    <m:r>
                      <a:rPr lang="ko-KR" altLang="en-US" sz="800" i="1" dirty="0" smtClean="0">
                        <a:solidFill>
                          <a:srgbClr val="FF0000"/>
                        </a:solidFill>
                        <a:latin typeface="Cambria Math" panose="02040503050406030204" pitchFamily="18" charset="0"/>
                        <a:ea typeface="AppleSDGothicNeoM00" panose="02000503000000000000" pitchFamily="2" charset="-127"/>
                      </a:rPr>
                      <m:t>𝛼</m:t>
                    </m:r>
                  </m:oMath>
                </a14:m>
                <a:r>
                  <a:rPr lang="en-US" altLang="ko-KR" sz="800" dirty="0">
                    <a:solidFill>
                      <a:srgbClr val="FF0000"/>
                    </a:solidFill>
                    <a:latin typeface="AppleSDGothicNeoM00" panose="02000503000000000000" pitchFamily="2" charset="-127"/>
                    <a:ea typeface="AppleSDGothicNeoM00" panose="02000503000000000000" pitchFamily="2" charset="-127"/>
                  </a:rPr>
                  <a:t> + </a:t>
                </a:r>
                <a14:m>
                  <m:oMath xmlns:m="http://schemas.openxmlformats.org/officeDocument/2006/math">
                    <m:sSub>
                      <m:sSubPr>
                        <m:ctrlPr>
                          <a:rPr lang="en-US" altLang="ko-KR" sz="800" i="1" dirty="0">
                            <a:solidFill>
                              <a:srgbClr val="FF0000"/>
                            </a:solidFill>
                            <a:latin typeface="Cambria Math" panose="02040503050406030204" pitchFamily="18" charset="0"/>
                            <a:ea typeface="AppleSDGothicNeoM00" panose="02000503000000000000" pitchFamily="2" charset="-127"/>
                          </a:rPr>
                        </m:ctrlPr>
                      </m:sSubPr>
                      <m:e>
                        <m:r>
                          <m:rPr>
                            <m:sty m:val="p"/>
                          </m:rPr>
                          <a:rPr lang="en-US" altLang="ko-KR" sz="800" dirty="0">
                            <a:solidFill>
                              <a:srgbClr val="FF0000"/>
                            </a:solidFill>
                            <a:latin typeface="Cambria Math" panose="02040503050406030204" pitchFamily="18" charset="0"/>
                            <a:ea typeface="AppleSDGothicNeoM00" panose="02000503000000000000" pitchFamily="2" charset="-127"/>
                          </a:rPr>
                          <m:t>R</m:t>
                        </m:r>
                      </m:e>
                      <m:sub>
                        <m:r>
                          <a:rPr lang="en-US" altLang="ko-KR" sz="800" b="0" i="0" dirty="0" smtClean="0">
                            <a:solidFill>
                              <a:srgbClr val="FF0000"/>
                            </a:solidFill>
                            <a:latin typeface="Cambria Math" panose="02040503050406030204" pitchFamily="18" charset="0"/>
                            <a:ea typeface="AppleSDGothicNeoM00" panose="02000503000000000000" pitchFamily="2" charset="-127"/>
                          </a:rPr>
                          <m:t>2</m:t>
                        </m:r>
                      </m:sub>
                    </m:sSub>
                    <m:r>
                      <a:rPr lang="en-US" altLang="ko-KR" sz="800" b="0" i="1" dirty="0" smtClean="0">
                        <a:solidFill>
                          <a:srgbClr val="FF0000"/>
                        </a:solidFill>
                        <a:latin typeface="Cambria Math" panose="02040503050406030204" pitchFamily="18" charset="0"/>
                        <a:ea typeface="AppleSDGothicNeoM00" panose="02000503000000000000" pitchFamily="2" charset="-127"/>
                      </a:rPr>
                      <m:t>𝛽</m:t>
                    </m:r>
                  </m:oMath>
                </a14:m>
                <a:r>
                  <a:rPr lang="en-US" altLang="ko-KR" sz="800" dirty="0">
                    <a:solidFill>
                      <a:srgbClr val="FF0000"/>
                    </a:solidFill>
                    <a:latin typeface="AppleSDGothicNeoM00" panose="02000503000000000000" pitchFamily="2" charset="-127"/>
                    <a:ea typeface="AppleSDGothicNeoM00" panose="02000503000000000000" pitchFamily="2" charset="-127"/>
                  </a:rPr>
                  <a:t> = 611.9 + 794.4 = 1406.3 ft</a:t>
                </a:r>
              </a:p>
              <a:p>
                <a:endParaRPr lang="en-US" altLang="ko-KR" sz="800" baseline="-25000" dirty="0">
                  <a:solidFill>
                    <a:srgbClr val="FF0000"/>
                  </a:solidFill>
                  <a:latin typeface="AppleSDGothicNeoM00" panose="02000503000000000000" pitchFamily="2" charset="-127"/>
                  <a:ea typeface="AppleSDGothicNeoM00" panose="02000503000000000000" pitchFamily="2" charset="-127"/>
                </a:endParaRPr>
              </a:p>
              <a:p>
                <a:r>
                  <a:rPr lang="en-US" altLang="ko-KR" sz="800" dirty="0">
                    <a:solidFill>
                      <a:srgbClr val="FF0000"/>
                    </a:solidFill>
                    <a:latin typeface="AppleSDGothicNeoM00" panose="02000503000000000000" pitchFamily="2" charset="-127"/>
                    <a:ea typeface="AppleSDGothicNeoM00" panose="02000503000000000000" pitchFamily="2" charset="-127"/>
                  </a:rPr>
                  <a:t>d</a:t>
                </a:r>
                <a:r>
                  <a:rPr lang="en-US" altLang="ko-KR" sz="800" baseline="-25000" dirty="0">
                    <a:solidFill>
                      <a:srgbClr val="FF0000"/>
                    </a:solidFill>
                    <a:latin typeface="AppleSDGothicNeoM00" panose="02000503000000000000" pitchFamily="2" charset="-127"/>
                    <a:ea typeface="AppleSDGothicNeoM00" panose="02000503000000000000" pitchFamily="2" charset="-127"/>
                  </a:rPr>
                  <a:t>leg1 </a:t>
                </a:r>
                <a:r>
                  <a:rPr lang="en-US" altLang="ko-KR" sz="800" dirty="0">
                    <a:solidFill>
                      <a:srgbClr val="FF0000"/>
                    </a:solidFill>
                    <a:latin typeface="AppleSDGothicNeoM00" panose="02000503000000000000" pitchFamily="2" charset="-127"/>
                    <a:ea typeface="AppleSDGothicNeoM00" panose="02000503000000000000" pitchFamily="2" charset="-127"/>
                  </a:rPr>
                  <a:t>= </a:t>
                </a:r>
                <a:r>
                  <a:rPr lang="en-US" altLang="ko-KR" sz="800" dirty="0" err="1">
                    <a:solidFill>
                      <a:srgbClr val="FF0000"/>
                    </a:solidFill>
                    <a:latin typeface="AppleSDGothicNeoM00" panose="02000503000000000000" pitchFamily="2" charset="-127"/>
                    <a:ea typeface="AppleSDGothicNeoM00" panose="02000503000000000000" pitchFamily="2" charset="-127"/>
                  </a:rPr>
                  <a:t>x</a:t>
                </a:r>
                <a:r>
                  <a:rPr lang="en-US" altLang="ko-KR" sz="800" baseline="-25000" dirty="0" err="1">
                    <a:solidFill>
                      <a:srgbClr val="FF0000"/>
                    </a:solidFill>
                    <a:latin typeface="AppleSDGothicNeoM00" panose="02000503000000000000" pitchFamily="2" charset="-127"/>
                    <a:ea typeface="AppleSDGothicNeoM00" panose="02000503000000000000" pitchFamily="2" charset="-127"/>
                  </a:rPr>
                  <a:t>FAF</a:t>
                </a:r>
                <a:r>
                  <a:rPr lang="en-US" altLang="ko-KR" sz="800" dirty="0" err="1">
                    <a:solidFill>
                      <a:srgbClr val="FF0000"/>
                    </a:solidFill>
                    <a:latin typeface="AppleSDGothicNeoM00" panose="02000503000000000000" pitchFamily="2" charset="-127"/>
                    <a:ea typeface="AppleSDGothicNeoM00" panose="02000503000000000000" pitchFamily="2" charset="-127"/>
                  </a:rPr>
                  <a:t>·sin</a:t>
                </a:r>
                <a:r>
                  <a:rPr lang="en-US" altLang="ko-KR" sz="800" dirty="0">
                    <a:solidFill>
                      <a:srgbClr val="FF0000"/>
                    </a:solidFill>
                    <a:latin typeface="AppleSDGothicNeoM00" panose="02000503000000000000" pitchFamily="2" charset="-127"/>
                    <a:ea typeface="AppleSDGothicNeoM00" panose="02000503000000000000" pitchFamily="2" charset="-127"/>
                  </a:rPr>
                  <a:t>(</a:t>
                </a:r>
                <a14:m>
                  <m:oMath xmlns:m="http://schemas.openxmlformats.org/officeDocument/2006/math">
                    <m:r>
                      <a:rPr lang="ko-KR" altLang="en-US" sz="800" i="1" dirty="0" smtClean="0">
                        <a:solidFill>
                          <a:srgbClr val="FF0000"/>
                        </a:solidFill>
                        <a:latin typeface="Cambria Math" panose="02040503050406030204" pitchFamily="18" charset="0"/>
                        <a:ea typeface="AppleSDGothicNeoM00" panose="02000503000000000000" pitchFamily="2" charset="-127"/>
                      </a:rPr>
                      <m:t>𝜃</m:t>
                    </m:r>
                  </m:oMath>
                </a14:m>
                <a:r>
                  <a:rPr lang="en-US" altLang="ko-KR" sz="800" dirty="0">
                    <a:solidFill>
                      <a:srgbClr val="FF0000"/>
                    </a:solidFill>
                    <a:latin typeface="AppleSDGothicNeoM00" panose="02000503000000000000" pitchFamily="2" charset="-127"/>
                    <a:ea typeface="AppleSDGothicNeoM00" panose="02000503000000000000" pitchFamily="2" charset="-127"/>
                  </a:rPr>
                  <a:t>) = 3620.1 ft</a:t>
                </a:r>
              </a:p>
              <a:p>
                <a:endParaRPr lang="en-US" altLang="ko-KR" sz="800" baseline="-25000" dirty="0">
                  <a:solidFill>
                    <a:srgbClr val="FF0000"/>
                  </a:solidFill>
                  <a:latin typeface="AppleSDGothicNeoM00" panose="02000503000000000000" pitchFamily="2" charset="-127"/>
                  <a:ea typeface="AppleSDGothicNeoM00" panose="02000503000000000000" pitchFamily="2" charset="-127"/>
                </a:endParaRPr>
              </a:p>
              <a:p>
                <a:r>
                  <a:rPr lang="en-US" altLang="ko-KR" sz="800" dirty="0">
                    <a:solidFill>
                      <a:srgbClr val="FF0000"/>
                    </a:solidFill>
                    <a:latin typeface="AppleSDGothicNeoM00" panose="02000503000000000000" pitchFamily="2" charset="-127"/>
                    <a:ea typeface="AppleSDGothicNeoM00" panose="02000503000000000000" pitchFamily="2" charset="-127"/>
                  </a:rPr>
                  <a:t>Bank angle IAF-IF = </a:t>
                </a:r>
              </a:p>
              <a:p>
                <a:r>
                  <a:rPr lang="en-US" altLang="ko-KR" sz="800" dirty="0">
                    <a:solidFill>
                      <a:srgbClr val="FF0000"/>
                    </a:solidFill>
                    <a:latin typeface="AppleSDGothicNeoM00" panose="02000503000000000000" pitchFamily="2" charset="-127"/>
                    <a:ea typeface="AppleSDGothicNeoM00" panose="02000503000000000000" pitchFamily="2" charset="-127"/>
                  </a:rPr>
                  <a:t>Bank angle IF-PFAF = </a:t>
                </a:r>
              </a:p>
            </p:txBody>
          </p:sp>
        </mc:Choice>
        <mc:Fallback xmlns="">
          <p:sp>
            <p:nvSpPr>
              <p:cNvPr id="143" name="TextBox 142">
                <a:extLst>
                  <a:ext uri="{FF2B5EF4-FFF2-40B4-BE49-F238E27FC236}">
                    <a16:creationId xmlns:a16="http://schemas.microsoft.com/office/drawing/2014/main" id="{D1515C9C-EC69-3D29-EB10-6D96D5C45E0D}"/>
                  </a:ext>
                </a:extLst>
              </p:cNvPr>
              <p:cNvSpPr txBox="1">
                <a:spLocks noRot="1" noChangeAspect="1" noMove="1" noResize="1" noEditPoints="1" noAdjustHandles="1" noChangeArrowheads="1" noChangeShapeType="1" noTextEdit="1"/>
              </p:cNvSpPr>
              <p:nvPr/>
            </p:nvSpPr>
            <p:spPr>
              <a:xfrm>
                <a:off x="8776161" y="2290479"/>
                <a:ext cx="2111295" cy="2226250"/>
              </a:xfrm>
              <a:prstGeom prst="rect">
                <a:avLst/>
              </a:prstGeom>
              <a:blipFill>
                <a:blip r:embed="rId12"/>
                <a:stretch>
                  <a:fillRect/>
                </a:stretch>
              </a:blipFill>
            </p:spPr>
            <p:txBody>
              <a:bodyPr/>
              <a:lstStyle/>
              <a:p>
                <a:r>
                  <a:rPr lang="ko-KR" altLang="en-US">
                    <a:noFill/>
                  </a:rPr>
                  <a:t> </a:t>
                </a:r>
              </a:p>
            </p:txBody>
          </p:sp>
        </mc:Fallback>
      </mc:AlternateContent>
      <p:sp>
        <p:nvSpPr>
          <p:cNvPr id="3" name="TextBox 2">
            <a:extLst>
              <a:ext uri="{FF2B5EF4-FFF2-40B4-BE49-F238E27FC236}">
                <a16:creationId xmlns:a16="http://schemas.microsoft.com/office/drawing/2014/main" id="{B8088B36-1BC4-C173-A23B-ABD72539D732}"/>
              </a:ext>
            </a:extLst>
          </p:cNvPr>
          <p:cNvSpPr txBox="1"/>
          <p:nvPr/>
        </p:nvSpPr>
        <p:spPr>
          <a:xfrm>
            <a:off x="5937249" y="1717084"/>
            <a:ext cx="1138874" cy="276999"/>
          </a:xfrm>
          <a:prstGeom prst="rect">
            <a:avLst/>
          </a:prstGeom>
          <a:noFill/>
        </p:spPr>
        <p:txBody>
          <a:bodyPr wrap="square" rtlCol="0">
            <a:spAutoFit/>
          </a:bodyPr>
          <a:lstStyle/>
          <a:p>
            <a:pPr algn="ctr"/>
            <a:r>
              <a:rPr lang="en-US" altLang="ko-KR" sz="1200" dirty="0">
                <a:latin typeface="AppleSDGothicNeoM00" panose="02000503000000000000" pitchFamily="2" charset="-127"/>
                <a:ea typeface="AppleSDGothicNeoM00" panose="02000503000000000000" pitchFamily="2" charset="-127"/>
              </a:rPr>
              <a:t>Transition ring </a:t>
            </a:r>
            <a:endParaRPr lang="ko-KR" altLang="en-US" sz="1200" dirty="0">
              <a:latin typeface="AppleSDGothicNeoM00" panose="02000503000000000000" pitchFamily="2" charset="-127"/>
              <a:ea typeface="AppleSDGothicNeoM00" panose="02000503000000000000" pitchFamily="2" charset="-127"/>
            </a:endParaRPr>
          </a:p>
        </p:txBody>
      </p:sp>
    </p:spTree>
    <p:extLst>
      <p:ext uri="{BB962C8B-B14F-4D97-AF65-F5344CB8AC3E}">
        <p14:creationId xmlns:p14="http://schemas.microsoft.com/office/powerpoint/2010/main" val="383242120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타원 3">
            <a:extLst>
              <a:ext uri="{FF2B5EF4-FFF2-40B4-BE49-F238E27FC236}">
                <a16:creationId xmlns:a16="http://schemas.microsoft.com/office/drawing/2014/main" id="{4DA5FAD1-5B16-3528-EDB9-B6CCE3F2BCF8}"/>
              </a:ext>
            </a:extLst>
          </p:cNvPr>
          <p:cNvSpPr/>
          <p:nvPr/>
        </p:nvSpPr>
        <p:spPr>
          <a:xfrm>
            <a:off x="1961323" y="1079807"/>
            <a:ext cx="2199860" cy="2199860"/>
          </a:xfrm>
          <a:prstGeom prst="ellipse">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 name="타원 4">
            <a:extLst>
              <a:ext uri="{FF2B5EF4-FFF2-40B4-BE49-F238E27FC236}">
                <a16:creationId xmlns:a16="http://schemas.microsoft.com/office/drawing/2014/main" id="{F68AEB78-24E6-A290-AA71-017686618CC4}"/>
              </a:ext>
            </a:extLst>
          </p:cNvPr>
          <p:cNvSpPr/>
          <p:nvPr/>
        </p:nvSpPr>
        <p:spPr>
          <a:xfrm>
            <a:off x="1647934" y="779909"/>
            <a:ext cx="2826159" cy="2826159"/>
          </a:xfrm>
          <a:prstGeom prst="ellipse">
            <a:avLst/>
          </a:prstGeom>
          <a:noFill/>
          <a:ln w="12700">
            <a:solidFill>
              <a:schemeClr val="tx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7" name="타원 6">
            <a:extLst>
              <a:ext uri="{FF2B5EF4-FFF2-40B4-BE49-F238E27FC236}">
                <a16:creationId xmlns:a16="http://schemas.microsoft.com/office/drawing/2014/main" id="{170486BF-0E5C-9F3F-9B28-1BB3A4D157C4}"/>
              </a:ext>
            </a:extLst>
          </p:cNvPr>
          <p:cNvSpPr/>
          <p:nvPr/>
        </p:nvSpPr>
        <p:spPr>
          <a:xfrm>
            <a:off x="1240444" y="386589"/>
            <a:ext cx="3627305" cy="3627305"/>
          </a:xfrm>
          <a:prstGeom prst="ellipse">
            <a:avLst/>
          </a:prstGeom>
          <a:noFill/>
          <a:ln w="12700">
            <a:solidFill>
              <a:schemeClr val="tx1"/>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62" name="TextBox 61">
            <a:extLst>
              <a:ext uri="{FF2B5EF4-FFF2-40B4-BE49-F238E27FC236}">
                <a16:creationId xmlns:a16="http://schemas.microsoft.com/office/drawing/2014/main" id="{3C362FD6-2C60-8BED-2DA6-666C60CC6C8E}"/>
              </a:ext>
            </a:extLst>
          </p:cNvPr>
          <p:cNvSpPr txBox="1"/>
          <p:nvPr/>
        </p:nvSpPr>
        <p:spPr>
          <a:xfrm>
            <a:off x="2505652" y="1093815"/>
            <a:ext cx="1138874" cy="646331"/>
          </a:xfrm>
          <a:prstGeom prst="rect">
            <a:avLst/>
          </a:prstGeom>
          <a:noFill/>
        </p:spPr>
        <p:txBody>
          <a:bodyPr wrap="square" rtlCol="0">
            <a:spAutoFit/>
          </a:bodyPr>
          <a:lstStyle/>
          <a:p>
            <a:pPr algn="ctr"/>
            <a:r>
              <a:rPr lang="en-US" altLang="ko-KR" sz="1200" dirty="0">
                <a:latin typeface="AppleSDGothicNeoM00" panose="02000503000000000000" pitchFamily="2" charset="-127"/>
                <a:ea typeface="AppleSDGothicNeoM00" panose="02000503000000000000" pitchFamily="2" charset="-127"/>
              </a:rPr>
              <a:t>Final </a:t>
            </a:r>
            <a:br>
              <a:rPr lang="en-US" altLang="ko-KR" sz="1200" dirty="0">
                <a:latin typeface="AppleSDGothicNeoM00" panose="02000503000000000000" pitchFamily="2" charset="-127"/>
                <a:ea typeface="AppleSDGothicNeoM00" panose="02000503000000000000" pitchFamily="2" charset="-127"/>
              </a:rPr>
            </a:br>
            <a:r>
              <a:rPr lang="en-US" altLang="ko-KR" sz="1200" dirty="0">
                <a:latin typeface="AppleSDGothicNeoM00" panose="02000503000000000000" pitchFamily="2" charset="-127"/>
                <a:ea typeface="AppleSDGothicNeoM00" panose="02000503000000000000" pitchFamily="2" charset="-127"/>
              </a:rPr>
              <a:t>approach </a:t>
            </a:r>
          </a:p>
          <a:p>
            <a:pPr algn="ctr"/>
            <a:r>
              <a:rPr lang="en-US" altLang="ko-KR" sz="1200" dirty="0">
                <a:latin typeface="AppleSDGothicNeoM00" panose="02000503000000000000" pitchFamily="2" charset="-127"/>
                <a:ea typeface="AppleSDGothicNeoM00" panose="02000503000000000000" pitchFamily="2" charset="-127"/>
              </a:rPr>
              <a:t>ring </a:t>
            </a:r>
            <a:endParaRPr lang="ko-KR" altLang="en-US" sz="1200" dirty="0">
              <a:latin typeface="AppleSDGothicNeoM00" panose="02000503000000000000" pitchFamily="2" charset="-127"/>
              <a:ea typeface="AppleSDGothicNeoM00" panose="02000503000000000000" pitchFamily="2" charset="-127"/>
            </a:endParaRPr>
          </a:p>
        </p:txBody>
      </p:sp>
      <p:sp>
        <p:nvSpPr>
          <p:cNvPr id="63" name="TextBox 62">
            <a:extLst>
              <a:ext uri="{FF2B5EF4-FFF2-40B4-BE49-F238E27FC236}">
                <a16:creationId xmlns:a16="http://schemas.microsoft.com/office/drawing/2014/main" id="{AC367D41-3D4F-F8EA-7409-D74317CD3AF0}"/>
              </a:ext>
            </a:extLst>
          </p:cNvPr>
          <p:cNvSpPr txBox="1"/>
          <p:nvPr/>
        </p:nvSpPr>
        <p:spPr>
          <a:xfrm>
            <a:off x="2329872" y="370246"/>
            <a:ext cx="1432812" cy="461665"/>
          </a:xfrm>
          <a:prstGeom prst="rect">
            <a:avLst/>
          </a:prstGeom>
          <a:noFill/>
        </p:spPr>
        <p:txBody>
          <a:bodyPr wrap="square" rtlCol="0">
            <a:spAutoFit/>
          </a:bodyPr>
          <a:lstStyle/>
          <a:p>
            <a:pPr algn="ctr"/>
            <a:r>
              <a:rPr lang="en-US" altLang="ko-KR" sz="1200" dirty="0">
                <a:latin typeface="AppleSDGothicNeoM00" panose="02000503000000000000" pitchFamily="2" charset="-127"/>
                <a:ea typeface="AppleSDGothicNeoM00" panose="02000503000000000000" pitchFamily="2" charset="-127"/>
              </a:rPr>
              <a:t>Holding </a:t>
            </a:r>
            <a:br>
              <a:rPr lang="en-US" altLang="ko-KR" sz="1200" dirty="0">
                <a:latin typeface="AppleSDGothicNeoM00" panose="02000503000000000000" pitchFamily="2" charset="-127"/>
                <a:ea typeface="AppleSDGothicNeoM00" panose="02000503000000000000" pitchFamily="2" charset="-127"/>
              </a:rPr>
            </a:br>
            <a:r>
              <a:rPr lang="en-US" altLang="ko-KR" sz="1200" dirty="0">
                <a:latin typeface="AppleSDGothicNeoM00" panose="02000503000000000000" pitchFamily="2" charset="-127"/>
                <a:ea typeface="AppleSDGothicNeoM00" panose="02000503000000000000" pitchFamily="2" charset="-127"/>
              </a:rPr>
              <a:t>ring </a:t>
            </a:r>
            <a:endParaRPr lang="ko-KR" altLang="en-US" sz="1200" dirty="0">
              <a:latin typeface="AppleSDGothicNeoM00" panose="02000503000000000000" pitchFamily="2" charset="-127"/>
              <a:ea typeface="AppleSDGothicNeoM00" panose="02000503000000000000" pitchFamily="2" charset="-127"/>
            </a:endParaRPr>
          </a:p>
        </p:txBody>
      </p:sp>
      <p:sp>
        <p:nvSpPr>
          <p:cNvPr id="68" name="TextBox 67">
            <a:extLst>
              <a:ext uri="{FF2B5EF4-FFF2-40B4-BE49-F238E27FC236}">
                <a16:creationId xmlns:a16="http://schemas.microsoft.com/office/drawing/2014/main" id="{A6944A22-FFAE-ECF1-A781-845B5AFE3A25}"/>
              </a:ext>
            </a:extLst>
          </p:cNvPr>
          <p:cNvSpPr txBox="1"/>
          <p:nvPr/>
        </p:nvSpPr>
        <p:spPr>
          <a:xfrm>
            <a:off x="2836724" y="1999729"/>
            <a:ext cx="467472" cy="215444"/>
          </a:xfrm>
          <a:prstGeom prst="rect">
            <a:avLst/>
          </a:prstGeom>
          <a:noFill/>
        </p:spPr>
        <p:txBody>
          <a:bodyPr wrap="square" rtlCol="0">
            <a:spAutoFit/>
          </a:bodyPr>
          <a:lstStyle/>
          <a:p>
            <a:pPr algn="ctr"/>
            <a:r>
              <a:rPr lang="en-US" altLang="ko-KR" sz="800" dirty="0">
                <a:solidFill>
                  <a:srgbClr val="3101FF"/>
                </a:solidFill>
                <a:latin typeface="AppleSDGothicNeoM00" panose="02000503000000000000" pitchFamily="2" charset="-127"/>
                <a:ea typeface="AppleSDGothicNeoM00" panose="02000503000000000000" pitchFamily="2" charset="-127"/>
              </a:rPr>
              <a:t>FATO</a:t>
            </a:r>
            <a:endParaRPr lang="ko-KR" altLang="en-US" sz="800" dirty="0">
              <a:solidFill>
                <a:srgbClr val="3101FF"/>
              </a:solidFill>
              <a:latin typeface="AppleSDGothicNeoM00" panose="02000503000000000000" pitchFamily="2" charset="-127"/>
              <a:ea typeface="AppleSDGothicNeoM00" panose="02000503000000000000" pitchFamily="2" charset="-127"/>
            </a:endParaRPr>
          </a:p>
        </p:txBody>
      </p:sp>
      <p:sp>
        <p:nvSpPr>
          <p:cNvPr id="69" name="TextBox 68">
            <a:extLst>
              <a:ext uri="{FF2B5EF4-FFF2-40B4-BE49-F238E27FC236}">
                <a16:creationId xmlns:a16="http://schemas.microsoft.com/office/drawing/2014/main" id="{8D73E3CA-4E6E-AFF4-7B98-21BDE99122CF}"/>
              </a:ext>
            </a:extLst>
          </p:cNvPr>
          <p:cNvSpPr txBox="1"/>
          <p:nvPr/>
        </p:nvSpPr>
        <p:spPr>
          <a:xfrm>
            <a:off x="3305297" y="2007424"/>
            <a:ext cx="519459" cy="200055"/>
          </a:xfrm>
          <a:prstGeom prst="rect">
            <a:avLst/>
          </a:prstGeom>
          <a:noFill/>
        </p:spPr>
        <p:txBody>
          <a:bodyPr wrap="square" rtlCol="0">
            <a:spAutoFit/>
          </a:bodyPr>
          <a:lstStyle/>
          <a:p>
            <a:pPr algn="ctr"/>
            <a:r>
              <a:rPr lang="en-US" altLang="ko-KR" sz="700" dirty="0">
                <a:latin typeface="AppleSDGothicNeoM00" panose="02000503000000000000" pitchFamily="2" charset="-127"/>
                <a:ea typeface="AppleSDGothicNeoM00" panose="02000503000000000000" pitchFamily="2" charset="-127"/>
              </a:rPr>
              <a:t>1</a:t>
            </a:r>
            <a:r>
              <a:rPr lang="ko-KR" altLang="en-US" sz="700" dirty="0">
                <a:latin typeface="AppleSDGothicNeoM00" panose="02000503000000000000" pitchFamily="2" charset="-127"/>
                <a:ea typeface="AppleSDGothicNeoM00" panose="02000503000000000000" pitchFamily="2" charset="-127"/>
              </a:rPr>
              <a:t>구간</a:t>
            </a:r>
          </a:p>
        </p:txBody>
      </p:sp>
      <p:sp>
        <p:nvSpPr>
          <p:cNvPr id="70" name="TextBox 69">
            <a:extLst>
              <a:ext uri="{FF2B5EF4-FFF2-40B4-BE49-F238E27FC236}">
                <a16:creationId xmlns:a16="http://schemas.microsoft.com/office/drawing/2014/main" id="{AC2D2639-364C-09DE-59CB-E88588790B32}"/>
              </a:ext>
            </a:extLst>
          </p:cNvPr>
          <p:cNvSpPr txBox="1"/>
          <p:nvPr/>
        </p:nvSpPr>
        <p:spPr>
          <a:xfrm rot="2700000">
            <a:off x="4376136" y="2317004"/>
            <a:ext cx="435486" cy="200055"/>
          </a:xfrm>
          <a:prstGeom prst="rect">
            <a:avLst/>
          </a:prstGeom>
          <a:noFill/>
        </p:spPr>
        <p:txBody>
          <a:bodyPr wrap="square" rtlCol="0">
            <a:spAutoFit/>
          </a:bodyPr>
          <a:lstStyle/>
          <a:p>
            <a:pPr algn="ctr"/>
            <a:r>
              <a:rPr lang="en-US" altLang="ko-KR" sz="700" dirty="0">
                <a:latin typeface="AppleSDGothicNeoM00" panose="02000503000000000000" pitchFamily="2" charset="-127"/>
                <a:ea typeface="AppleSDGothicNeoM00" panose="02000503000000000000" pitchFamily="2" charset="-127"/>
              </a:rPr>
              <a:t>2</a:t>
            </a:r>
            <a:r>
              <a:rPr lang="ko-KR" altLang="en-US" sz="700" dirty="0">
                <a:latin typeface="AppleSDGothicNeoM00" panose="02000503000000000000" pitchFamily="2" charset="-127"/>
                <a:ea typeface="AppleSDGothicNeoM00" panose="02000503000000000000" pitchFamily="2" charset="-127"/>
              </a:rPr>
              <a:t>구간</a:t>
            </a:r>
          </a:p>
        </p:txBody>
      </p:sp>
      <p:sp>
        <p:nvSpPr>
          <p:cNvPr id="71" name="TextBox 70">
            <a:extLst>
              <a:ext uri="{FF2B5EF4-FFF2-40B4-BE49-F238E27FC236}">
                <a16:creationId xmlns:a16="http://schemas.microsoft.com/office/drawing/2014/main" id="{4DB9C88B-EA74-7F91-F990-972E74BBA06A}"/>
              </a:ext>
            </a:extLst>
          </p:cNvPr>
          <p:cNvSpPr txBox="1"/>
          <p:nvPr/>
        </p:nvSpPr>
        <p:spPr>
          <a:xfrm rot="18506449">
            <a:off x="4442118" y="3249956"/>
            <a:ext cx="392880" cy="184666"/>
          </a:xfrm>
          <a:prstGeom prst="rect">
            <a:avLst/>
          </a:prstGeom>
          <a:noFill/>
        </p:spPr>
        <p:txBody>
          <a:bodyPr wrap="square" rtlCol="0">
            <a:spAutoFit/>
          </a:bodyPr>
          <a:lstStyle/>
          <a:p>
            <a:pPr algn="ctr"/>
            <a:r>
              <a:rPr lang="en-US" altLang="ko-KR" sz="600" dirty="0">
                <a:latin typeface="AppleSDGothicNeoM00" panose="02000503000000000000" pitchFamily="2" charset="-127"/>
                <a:ea typeface="AppleSDGothicNeoM00" panose="02000503000000000000" pitchFamily="2" charset="-127"/>
              </a:rPr>
              <a:t>3</a:t>
            </a:r>
            <a:r>
              <a:rPr lang="ko-KR" altLang="en-US" sz="600" dirty="0">
                <a:latin typeface="AppleSDGothicNeoM00" panose="02000503000000000000" pitchFamily="2" charset="-127"/>
                <a:ea typeface="AppleSDGothicNeoM00" panose="02000503000000000000" pitchFamily="2" charset="-127"/>
              </a:rPr>
              <a:t>구간</a:t>
            </a:r>
          </a:p>
        </p:txBody>
      </p:sp>
      <p:sp>
        <p:nvSpPr>
          <p:cNvPr id="72" name="원호 71">
            <a:extLst>
              <a:ext uri="{FF2B5EF4-FFF2-40B4-BE49-F238E27FC236}">
                <a16:creationId xmlns:a16="http://schemas.microsoft.com/office/drawing/2014/main" id="{9E1D1A68-C7A4-2721-E494-6A1369671DBA}"/>
              </a:ext>
            </a:extLst>
          </p:cNvPr>
          <p:cNvSpPr/>
          <p:nvPr/>
        </p:nvSpPr>
        <p:spPr>
          <a:xfrm rot="5400000">
            <a:off x="1245282" y="391431"/>
            <a:ext cx="3646144" cy="3598788"/>
          </a:xfrm>
          <a:prstGeom prst="arc">
            <a:avLst>
              <a:gd name="adj1" fmla="val 17606385"/>
              <a:gd name="adj2" fmla="val 19030461"/>
            </a:avLst>
          </a:prstGeom>
          <a:noFill/>
          <a:ln w="127000">
            <a:solidFill>
              <a:srgbClr val="FFFF00">
                <a:alpha val="47000"/>
              </a:srgbClr>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ko-KR" altLang="en-US"/>
          </a:p>
        </p:txBody>
      </p:sp>
      <p:cxnSp>
        <p:nvCxnSpPr>
          <p:cNvPr id="80" name="직선 연결선 79">
            <a:extLst>
              <a:ext uri="{FF2B5EF4-FFF2-40B4-BE49-F238E27FC236}">
                <a16:creationId xmlns:a16="http://schemas.microsoft.com/office/drawing/2014/main" id="{B5286DF8-A3CB-ECF7-FF6F-930784CF2612}"/>
              </a:ext>
            </a:extLst>
          </p:cNvPr>
          <p:cNvCxnSpPr>
            <a:cxnSpLocks/>
          </p:cNvCxnSpPr>
          <p:nvPr/>
        </p:nvCxnSpPr>
        <p:spPr>
          <a:xfrm>
            <a:off x="3061013" y="2177538"/>
            <a:ext cx="1090364" cy="24815"/>
          </a:xfrm>
          <a:prstGeom prst="line">
            <a:avLst/>
          </a:prstGeom>
          <a:ln w="101600">
            <a:solidFill>
              <a:srgbClr val="FFFF00">
                <a:alpha val="50000"/>
              </a:srgbClr>
            </a:solidFill>
          </a:ln>
        </p:spPr>
        <p:style>
          <a:lnRef idx="2">
            <a:schemeClr val="accent1"/>
          </a:lnRef>
          <a:fillRef idx="0">
            <a:schemeClr val="accent1"/>
          </a:fillRef>
          <a:effectRef idx="1">
            <a:schemeClr val="accent1"/>
          </a:effectRef>
          <a:fontRef idx="minor">
            <a:schemeClr val="tx1"/>
          </a:fontRef>
        </p:style>
      </p:cxnSp>
      <p:sp>
        <p:nvSpPr>
          <p:cNvPr id="82" name="원호 81">
            <a:extLst>
              <a:ext uri="{FF2B5EF4-FFF2-40B4-BE49-F238E27FC236}">
                <a16:creationId xmlns:a16="http://schemas.microsoft.com/office/drawing/2014/main" id="{8600F287-552B-5BC3-383E-2A2D73021A7B}"/>
              </a:ext>
            </a:extLst>
          </p:cNvPr>
          <p:cNvSpPr/>
          <p:nvPr/>
        </p:nvSpPr>
        <p:spPr>
          <a:xfrm>
            <a:off x="3711749" y="2207210"/>
            <a:ext cx="817806" cy="743339"/>
          </a:xfrm>
          <a:prstGeom prst="arc">
            <a:avLst>
              <a:gd name="adj1" fmla="val 16655443"/>
              <a:gd name="adj2" fmla="val 19669435"/>
            </a:avLst>
          </a:prstGeom>
          <a:ln w="101600">
            <a:solidFill>
              <a:srgbClr val="FFC000">
                <a:alpha val="50000"/>
              </a:srgbClr>
            </a:solidFill>
            <a:prstDash val="solid"/>
          </a:ln>
        </p:spPr>
        <p:style>
          <a:lnRef idx="1">
            <a:schemeClr val="dk1"/>
          </a:lnRef>
          <a:fillRef idx="0">
            <a:schemeClr val="dk1"/>
          </a:fillRef>
          <a:effectRef idx="0">
            <a:schemeClr val="dk1"/>
          </a:effectRef>
          <a:fontRef idx="minor">
            <a:schemeClr val="tx1"/>
          </a:fontRef>
        </p:style>
        <p:txBody>
          <a:bodyPr rtlCol="0" anchor="ctr"/>
          <a:lstStyle/>
          <a:p>
            <a:pPr algn="ctr"/>
            <a:endParaRPr lang="ko-KR" altLang="en-US"/>
          </a:p>
        </p:txBody>
      </p:sp>
      <p:sp>
        <p:nvSpPr>
          <p:cNvPr id="84" name="원호 83">
            <a:extLst>
              <a:ext uri="{FF2B5EF4-FFF2-40B4-BE49-F238E27FC236}">
                <a16:creationId xmlns:a16="http://schemas.microsoft.com/office/drawing/2014/main" id="{FD85C418-4CAB-161B-8EE9-9B258F914783}"/>
              </a:ext>
            </a:extLst>
          </p:cNvPr>
          <p:cNvSpPr/>
          <p:nvPr/>
        </p:nvSpPr>
        <p:spPr>
          <a:xfrm rot="3047426">
            <a:off x="1782215" y="1807195"/>
            <a:ext cx="3000144" cy="3000144"/>
          </a:xfrm>
          <a:prstGeom prst="arc">
            <a:avLst>
              <a:gd name="adj1" fmla="val 16209912"/>
              <a:gd name="adj2" fmla="val 17596428"/>
            </a:avLst>
          </a:prstGeom>
          <a:ln w="101600">
            <a:solidFill>
              <a:srgbClr val="FFC000">
                <a:alpha val="50000"/>
              </a:srgbClr>
            </a:solidFill>
            <a:prstDash val="solid"/>
          </a:ln>
        </p:spPr>
        <p:style>
          <a:lnRef idx="1">
            <a:schemeClr val="dk1"/>
          </a:lnRef>
          <a:fillRef idx="0">
            <a:schemeClr val="dk1"/>
          </a:fillRef>
          <a:effectRef idx="0">
            <a:schemeClr val="dk1"/>
          </a:effectRef>
          <a:fontRef idx="minor">
            <a:schemeClr val="tx1"/>
          </a:fontRef>
        </p:style>
        <p:txBody>
          <a:bodyPr rtlCol="0" anchor="ctr"/>
          <a:lstStyle/>
          <a:p>
            <a:pPr algn="ctr"/>
            <a:endParaRPr lang="ko-KR" altLang="en-US"/>
          </a:p>
        </p:txBody>
      </p:sp>
      <p:grpSp>
        <p:nvGrpSpPr>
          <p:cNvPr id="55" name="그룹 54">
            <a:extLst>
              <a:ext uri="{FF2B5EF4-FFF2-40B4-BE49-F238E27FC236}">
                <a16:creationId xmlns:a16="http://schemas.microsoft.com/office/drawing/2014/main" id="{867B6D02-391A-0B5A-0B5B-5395F42128F4}"/>
              </a:ext>
            </a:extLst>
          </p:cNvPr>
          <p:cNvGrpSpPr/>
          <p:nvPr/>
        </p:nvGrpSpPr>
        <p:grpSpPr>
          <a:xfrm rot="5400000">
            <a:off x="1780397" y="1792313"/>
            <a:ext cx="3000144" cy="3000144"/>
            <a:chOff x="2651820" y="1798634"/>
            <a:chExt cx="3000144" cy="3000144"/>
          </a:xfrm>
        </p:grpSpPr>
        <p:sp>
          <p:nvSpPr>
            <p:cNvPr id="56" name="원호 55">
              <a:extLst>
                <a:ext uri="{FF2B5EF4-FFF2-40B4-BE49-F238E27FC236}">
                  <a16:creationId xmlns:a16="http://schemas.microsoft.com/office/drawing/2014/main" id="{DFD7A2E9-5294-4421-8A0E-C4D7F92790BF}"/>
                </a:ext>
              </a:extLst>
            </p:cNvPr>
            <p:cNvSpPr/>
            <p:nvPr/>
          </p:nvSpPr>
          <p:spPr>
            <a:xfrm rot="16200000">
              <a:off x="3023781" y="2087955"/>
              <a:ext cx="817806" cy="743339"/>
            </a:xfrm>
            <a:prstGeom prst="arc">
              <a:avLst>
                <a:gd name="adj1" fmla="val 16200000"/>
                <a:gd name="adj2" fmla="val 19578583"/>
              </a:avLst>
            </a:prstGeom>
            <a:ln>
              <a:solidFill>
                <a:srgbClr val="3101FF"/>
              </a:solidFill>
              <a:prstDash val="sysDot"/>
            </a:ln>
          </p:spPr>
          <p:style>
            <a:lnRef idx="1">
              <a:schemeClr val="dk1"/>
            </a:lnRef>
            <a:fillRef idx="0">
              <a:schemeClr val="dk1"/>
            </a:fillRef>
            <a:effectRef idx="0">
              <a:schemeClr val="dk1"/>
            </a:effectRef>
            <a:fontRef idx="minor">
              <a:schemeClr val="tx1"/>
            </a:fontRef>
          </p:style>
          <p:txBody>
            <a:bodyPr rtlCol="0" anchor="ctr"/>
            <a:lstStyle/>
            <a:p>
              <a:pPr algn="ctr"/>
              <a:endParaRPr lang="ko-KR" altLang="en-US"/>
            </a:p>
          </p:txBody>
        </p:sp>
        <p:cxnSp>
          <p:nvCxnSpPr>
            <p:cNvPr id="57" name="직선 연결선 56">
              <a:extLst>
                <a:ext uri="{FF2B5EF4-FFF2-40B4-BE49-F238E27FC236}">
                  <a16:creationId xmlns:a16="http://schemas.microsoft.com/office/drawing/2014/main" id="{9DB68F43-CC58-59E8-F614-114B62276078}"/>
                </a:ext>
              </a:extLst>
            </p:cNvPr>
            <p:cNvCxnSpPr>
              <a:cxnSpLocks/>
            </p:cNvCxnSpPr>
            <p:nvPr/>
          </p:nvCxnSpPr>
          <p:spPr>
            <a:xfrm flipV="1">
              <a:off x="3061253" y="2411896"/>
              <a:ext cx="0" cy="1113182"/>
            </a:xfrm>
            <a:prstGeom prst="line">
              <a:avLst/>
            </a:prstGeom>
            <a:ln>
              <a:solidFill>
                <a:srgbClr val="3101FF"/>
              </a:solidFill>
              <a:prstDash val="sysDot"/>
            </a:ln>
          </p:spPr>
          <p:style>
            <a:lnRef idx="2">
              <a:schemeClr val="dk1"/>
            </a:lnRef>
            <a:fillRef idx="0">
              <a:schemeClr val="dk1"/>
            </a:fillRef>
            <a:effectRef idx="1">
              <a:schemeClr val="dk1"/>
            </a:effectRef>
            <a:fontRef idx="minor">
              <a:schemeClr val="tx1"/>
            </a:fontRef>
          </p:style>
        </p:cxnSp>
        <p:sp>
          <p:nvSpPr>
            <p:cNvPr id="58" name="원호 57">
              <a:extLst>
                <a:ext uri="{FF2B5EF4-FFF2-40B4-BE49-F238E27FC236}">
                  <a16:creationId xmlns:a16="http://schemas.microsoft.com/office/drawing/2014/main" id="{385A152B-73C2-492C-7FF3-95BD0AB99282}"/>
                </a:ext>
              </a:extLst>
            </p:cNvPr>
            <p:cNvSpPr/>
            <p:nvPr/>
          </p:nvSpPr>
          <p:spPr>
            <a:xfrm rot="19275487">
              <a:off x="2651820" y="1798634"/>
              <a:ext cx="3000144" cy="3000144"/>
            </a:xfrm>
            <a:prstGeom prst="arc">
              <a:avLst>
                <a:gd name="adj1" fmla="val 16200000"/>
                <a:gd name="adj2" fmla="val 17619969"/>
              </a:avLst>
            </a:prstGeom>
            <a:ln>
              <a:solidFill>
                <a:srgbClr val="3101FF"/>
              </a:solidFill>
              <a:prstDash val="sysDot"/>
            </a:ln>
          </p:spPr>
          <p:style>
            <a:lnRef idx="1">
              <a:schemeClr val="dk1"/>
            </a:lnRef>
            <a:fillRef idx="0">
              <a:schemeClr val="dk1"/>
            </a:fillRef>
            <a:effectRef idx="0">
              <a:schemeClr val="dk1"/>
            </a:effectRef>
            <a:fontRef idx="minor">
              <a:schemeClr val="tx1"/>
            </a:fontRef>
          </p:style>
          <p:txBody>
            <a:bodyPr rtlCol="0" anchor="ctr"/>
            <a:lstStyle/>
            <a:p>
              <a:pPr algn="ctr"/>
              <a:endParaRPr lang="ko-KR" altLang="en-US"/>
            </a:p>
          </p:txBody>
        </p:sp>
      </p:grpSp>
      <p:cxnSp>
        <p:nvCxnSpPr>
          <p:cNvPr id="2" name="직선 연결선 1">
            <a:extLst>
              <a:ext uri="{FF2B5EF4-FFF2-40B4-BE49-F238E27FC236}">
                <a16:creationId xmlns:a16="http://schemas.microsoft.com/office/drawing/2014/main" id="{1C4C989F-8AFD-6055-DAEF-BCBB9C1DF68B}"/>
              </a:ext>
            </a:extLst>
          </p:cNvPr>
          <p:cNvCxnSpPr>
            <a:cxnSpLocks/>
          </p:cNvCxnSpPr>
          <p:nvPr/>
        </p:nvCxnSpPr>
        <p:spPr>
          <a:xfrm>
            <a:off x="3065012" y="5265845"/>
            <a:ext cx="1096171" cy="8010"/>
          </a:xfrm>
          <a:prstGeom prst="line">
            <a:avLst/>
          </a:prstGeom>
          <a:ln>
            <a:headEnd type="diamond" w="med" len="med"/>
            <a:tailEnd type="diamond" w="med" len="med"/>
          </a:ln>
        </p:spPr>
        <p:style>
          <a:lnRef idx="2">
            <a:schemeClr val="accent1"/>
          </a:lnRef>
          <a:fillRef idx="0">
            <a:schemeClr val="accent1"/>
          </a:fillRef>
          <a:effectRef idx="1">
            <a:schemeClr val="accent1"/>
          </a:effectRef>
          <a:fontRef idx="minor">
            <a:schemeClr val="tx1"/>
          </a:fontRef>
        </p:style>
      </p:cxnSp>
      <p:cxnSp>
        <p:nvCxnSpPr>
          <p:cNvPr id="6" name="직선 연결선 5">
            <a:extLst>
              <a:ext uri="{FF2B5EF4-FFF2-40B4-BE49-F238E27FC236}">
                <a16:creationId xmlns:a16="http://schemas.microsoft.com/office/drawing/2014/main" id="{2C533B23-B0A1-DA71-4077-DAAA7B5A5FB2}"/>
              </a:ext>
            </a:extLst>
          </p:cNvPr>
          <p:cNvCxnSpPr>
            <a:cxnSpLocks/>
          </p:cNvCxnSpPr>
          <p:nvPr/>
        </p:nvCxnSpPr>
        <p:spPr>
          <a:xfrm>
            <a:off x="4161183" y="5265845"/>
            <a:ext cx="312910" cy="0"/>
          </a:xfrm>
          <a:prstGeom prst="line">
            <a:avLst/>
          </a:prstGeom>
          <a:ln>
            <a:headEnd type="diamond" w="med" len="med"/>
            <a:tailEnd type="diamond" w="med" len="med"/>
          </a:ln>
        </p:spPr>
        <p:style>
          <a:lnRef idx="2">
            <a:schemeClr val="accent1"/>
          </a:lnRef>
          <a:fillRef idx="0">
            <a:schemeClr val="accent1"/>
          </a:fillRef>
          <a:effectRef idx="1">
            <a:schemeClr val="accent1"/>
          </a:effectRef>
          <a:fontRef idx="minor">
            <a:schemeClr val="tx1"/>
          </a:fontRef>
        </p:style>
      </p:cxnSp>
      <p:cxnSp>
        <p:nvCxnSpPr>
          <p:cNvPr id="8" name="직선 연결선 7">
            <a:extLst>
              <a:ext uri="{FF2B5EF4-FFF2-40B4-BE49-F238E27FC236}">
                <a16:creationId xmlns:a16="http://schemas.microsoft.com/office/drawing/2014/main" id="{68FE8825-01F1-6F7A-9BA5-E5D85992092F}"/>
              </a:ext>
            </a:extLst>
          </p:cNvPr>
          <p:cNvCxnSpPr>
            <a:cxnSpLocks/>
          </p:cNvCxnSpPr>
          <p:nvPr/>
        </p:nvCxnSpPr>
        <p:spPr>
          <a:xfrm>
            <a:off x="4466937" y="5265845"/>
            <a:ext cx="349955" cy="0"/>
          </a:xfrm>
          <a:prstGeom prst="line">
            <a:avLst/>
          </a:prstGeom>
          <a:ln>
            <a:headEnd type="diamond" w="med" len="med"/>
            <a:tailEnd type="diamond" w="med" len="med"/>
          </a:ln>
        </p:spPr>
        <p:style>
          <a:lnRef idx="2">
            <a:schemeClr val="accent1"/>
          </a:lnRef>
          <a:fillRef idx="0">
            <a:schemeClr val="accent1"/>
          </a:fillRef>
          <a:effectRef idx="1">
            <a:schemeClr val="accent1"/>
          </a:effectRef>
          <a:fontRef idx="minor">
            <a:schemeClr val="tx1"/>
          </a:fontRef>
        </p:style>
      </p:cxnSp>
      <p:cxnSp>
        <p:nvCxnSpPr>
          <p:cNvPr id="9" name="직선 연결선 8">
            <a:extLst>
              <a:ext uri="{FF2B5EF4-FFF2-40B4-BE49-F238E27FC236}">
                <a16:creationId xmlns:a16="http://schemas.microsoft.com/office/drawing/2014/main" id="{AC32091C-C551-7AE3-079C-4B909519905B}"/>
              </a:ext>
            </a:extLst>
          </p:cNvPr>
          <p:cNvCxnSpPr>
            <a:cxnSpLocks/>
          </p:cNvCxnSpPr>
          <p:nvPr/>
        </p:nvCxnSpPr>
        <p:spPr>
          <a:xfrm>
            <a:off x="3063287" y="5269908"/>
            <a:ext cx="6916" cy="284628"/>
          </a:xfrm>
          <a:prstGeom prst="line">
            <a:avLst/>
          </a:prstGeom>
          <a:ln>
            <a:headEnd type="diamond" w="med" len="med"/>
            <a:tailEnd type="diamond" w="med" len="med"/>
          </a:ln>
        </p:spPr>
        <p:style>
          <a:lnRef idx="2">
            <a:schemeClr val="accent1"/>
          </a:lnRef>
          <a:fillRef idx="0">
            <a:schemeClr val="accent1"/>
          </a:fillRef>
          <a:effectRef idx="1">
            <a:schemeClr val="accent1"/>
          </a:effectRef>
          <a:fontRef idx="minor">
            <a:schemeClr val="tx1"/>
          </a:fontRef>
        </p:style>
      </p:cxnSp>
      <p:cxnSp>
        <p:nvCxnSpPr>
          <p:cNvPr id="14" name="직선 연결선 13">
            <a:extLst>
              <a:ext uri="{FF2B5EF4-FFF2-40B4-BE49-F238E27FC236}">
                <a16:creationId xmlns:a16="http://schemas.microsoft.com/office/drawing/2014/main" id="{1B99BAED-CE6C-A9A2-BEB0-0DDE6B0BAFB7}"/>
              </a:ext>
            </a:extLst>
          </p:cNvPr>
          <p:cNvCxnSpPr>
            <a:cxnSpLocks/>
          </p:cNvCxnSpPr>
          <p:nvPr/>
        </p:nvCxnSpPr>
        <p:spPr>
          <a:xfrm>
            <a:off x="4161183" y="4900388"/>
            <a:ext cx="0" cy="373467"/>
          </a:xfrm>
          <a:prstGeom prst="line">
            <a:avLst/>
          </a:prstGeom>
          <a:ln>
            <a:headEnd type="diamond" w="med" len="med"/>
            <a:tailEnd type="diamond" w="med" len="med"/>
          </a:ln>
        </p:spPr>
        <p:style>
          <a:lnRef idx="2">
            <a:schemeClr val="accent1"/>
          </a:lnRef>
          <a:fillRef idx="0">
            <a:schemeClr val="accent1"/>
          </a:fillRef>
          <a:effectRef idx="1">
            <a:schemeClr val="accent1"/>
          </a:effectRef>
          <a:fontRef idx="minor">
            <a:schemeClr val="tx1"/>
          </a:fontRef>
        </p:style>
      </p:cxnSp>
      <p:cxnSp>
        <p:nvCxnSpPr>
          <p:cNvPr id="16" name="직선 연결선 15">
            <a:extLst>
              <a:ext uri="{FF2B5EF4-FFF2-40B4-BE49-F238E27FC236}">
                <a16:creationId xmlns:a16="http://schemas.microsoft.com/office/drawing/2014/main" id="{D8357D9E-C7D9-5ECA-16D7-5C3822A9A7F4}"/>
              </a:ext>
            </a:extLst>
          </p:cNvPr>
          <p:cNvCxnSpPr>
            <a:cxnSpLocks/>
          </p:cNvCxnSpPr>
          <p:nvPr/>
        </p:nvCxnSpPr>
        <p:spPr>
          <a:xfrm>
            <a:off x="4470182" y="4716780"/>
            <a:ext cx="0" cy="557075"/>
          </a:xfrm>
          <a:prstGeom prst="line">
            <a:avLst/>
          </a:prstGeom>
          <a:ln>
            <a:headEnd type="diamond" w="med" len="med"/>
            <a:tailEnd type="diamond" w="med" len="med"/>
          </a:ln>
        </p:spPr>
        <p:style>
          <a:lnRef idx="2">
            <a:schemeClr val="accent1"/>
          </a:lnRef>
          <a:fillRef idx="0">
            <a:schemeClr val="accent1"/>
          </a:fillRef>
          <a:effectRef idx="1">
            <a:schemeClr val="accent1"/>
          </a:effectRef>
          <a:fontRef idx="minor">
            <a:schemeClr val="tx1"/>
          </a:fontRef>
        </p:style>
      </p:cxnSp>
      <p:cxnSp>
        <p:nvCxnSpPr>
          <p:cNvPr id="20" name="직선 연결선 19">
            <a:extLst>
              <a:ext uri="{FF2B5EF4-FFF2-40B4-BE49-F238E27FC236}">
                <a16:creationId xmlns:a16="http://schemas.microsoft.com/office/drawing/2014/main" id="{7059760D-7650-1118-E605-4447B4251473}"/>
              </a:ext>
            </a:extLst>
          </p:cNvPr>
          <p:cNvCxnSpPr>
            <a:cxnSpLocks/>
          </p:cNvCxnSpPr>
          <p:nvPr/>
        </p:nvCxnSpPr>
        <p:spPr>
          <a:xfrm flipV="1">
            <a:off x="3054097" y="4900388"/>
            <a:ext cx="1107086" cy="365457"/>
          </a:xfrm>
          <a:prstGeom prst="line">
            <a:avLst/>
          </a:prstGeom>
        </p:spPr>
        <p:style>
          <a:lnRef idx="2">
            <a:schemeClr val="accent1"/>
          </a:lnRef>
          <a:fillRef idx="0">
            <a:schemeClr val="accent1"/>
          </a:fillRef>
          <a:effectRef idx="1">
            <a:schemeClr val="accent1"/>
          </a:effectRef>
          <a:fontRef idx="minor">
            <a:schemeClr val="tx1"/>
          </a:fontRef>
        </p:style>
      </p:cxnSp>
      <p:cxnSp>
        <p:nvCxnSpPr>
          <p:cNvPr id="23" name="직선 연결선 22">
            <a:extLst>
              <a:ext uri="{FF2B5EF4-FFF2-40B4-BE49-F238E27FC236}">
                <a16:creationId xmlns:a16="http://schemas.microsoft.com/office/drawing/2014/main" id="{3C14B010-5D4E-1C8F-9FE9-8128597FF676}"/>
              </a:ext>
            </a:extLst>
          </p:cNvPr>
          <p:cNvCxnSpPr>
            <a:cxnSpLocks/>
            <a:stCxn id="48" idx="3"/>
          </p:cNvCxnSpPr>
          <p:nvPr/>
        </p:nvCxnSpPr>
        <p:spPr>
          <a:xfrm>
            <a:off x="4808220" y="4351020"/>
            <a:ext cx="8672" cy="922835"/>
          </a:xfrm>
          <a:prstGeom prst="line">
            <a:avLst/>
          </a:prstGeom>
          <a:ln>
            <a:headEnd type="diamond" w="med" len="med"/>
            <a:tailEnd type="diamond" w="med" len="med"/>
          </a:ln>
        </p:spPr>
        <p:style>
          <a:lnRef idx="2">
            <a:schemeClr val="accent1"/>
          </a:lnRef>
          <a:fillRef idx="0">
            <a:schemeClr val="accent1"/>
          </a:fillRef>
          <a:effectRef idx="1">
            <a:schemeClr val="accent1"/>
          </a:effectRef>
          <a:fontRef idx="minor">
            <a:schemeClr val="tx1"/>
          </a:fontRef>
        </p:style>
      </p:cxnSp>
      <p:sp>
        <p:nvSpPr>
          <p:cNvPr id="25" name="TextBox 24">
            <a:extLst>
              <a:ext uri="{FF2B5EF4-FFF2-40B4-BE49-F238E27FC236}">
                <a16:creationId xmlns:a16="http://schemas.microsoft.com/office/drawing/2014/main" id="{35C48241-6E4C-53DD-7C58-BD481614EF53}"/>
              </a:ext>
            </a:extLst>
          </p:cNvPr>
          <p:cNvSpPr txBox="1"/>
          <p:nvPr/>
        </p:nvSpPr>
        <p:spPr>
          <a:xfrm>
            <a:off x="3491348" y="5265844"/>
            <a:ext cx="306356" cy="215444"/>
          </a:xfrm>
          <a:prstGeom prst="rect">
            <a:avLst/>
          </a:prstGeom>
          <a:noFill/>
        </p:spPr>
        <p:txBody>
          <a:bodyPr wrap="square" rtlCol="0">
            <a:spAutoFit/>
          </a:bodyPr>
          <a:lstStyle/>
          <a:p>
            <a:pPr algn="ctr"/>
            <a:r>
              <a:rPr lang="en-US" altLang="ko-KR" sz="800" dirty="0">
                <a:solidFill>
                  <a:srgbClr val="FF0000"/>
                </a:solidFill>
                <a:latin typeface="AppleSDGothicNeoM00" panose="02000503000000000000" pitchFamily="2" charset="-127"/>
                <a:ea typeface="AppleSDGothicNeoM00" panose="02000503000000000000" pitchFamily="2" charset="-127"/>
              </a:rPr>
              <a:t>x</a:t>
            </a:r>
            <a:r>
              <a:rPr lang="en-US" altLang="ko-KR" sz="800" baseline="-25000" dirty="0">
                <a:solidFill>
                  <a:srgbClr val="FF0000"/>
                </a:solidFill>
                <a:latin typeface="AppleSDGothicNeoM00" panose="02000503000000000000" pitchFamily="2" charset="-127"/>
                <a:ea typeface="AppleSDGothicNeoM00" panose="02000503000000000000" pitchFamily="2" charset="-127"/>
              </a:rPr>
              <a:t>1</a:t>
            </a:r>
            <a:endParaRPr lang="ko-KR" altLang="en-US" sz="800" baseline="-25000" dirty="0">
              <a:solidFill>
                <a:srgbClr val="FF0000"/>
              </a:solidFill>
              <a:latin typeface="AppleSDGothicNeoM00" panose="02000503000000000000" pitchFamily="2" charset="-127"/>
              <a:ea typeface="AppleSDGothicNeoM00" panose="02000503000000000000" pitchFamily="2" charset="-127"/>
            </a:endParaRPr>
          </a:p>
        </p:txBody>
      </p:sp>
      <p:sp>
        <p:nvSpPr>
          <p:cNvPr id="26" name="TextBox 25">
            <a:extLst>
              <a:ext uri="{FF2B5EF4-FFF2-40B4-BE49-F238E27FC236}">
                <a16:creationId xmlns:a16="http://schemas.microsoft.com/office/drawing/2014/main" id="{A86386F3-DCB1-17AC-76EF-0CC235954A79}"/>
              </a:ext>
            </a:extLst>
          </p:cNvPr>
          <p:cNvSpPr txBox="1"/>
          <p:nvPr/>
        </p:nvSpPr>
        <p:spPr>
          <a:xfrm>
            <a:off x="4060878" y="2007580"/>
            <a:ext cx="439664" cy="215444"/>
          </a:xfrm>
          <a:prstGeom prst="rect">
            <a:avLst/>
          </a:prstGeom>
          <a:noFill/>
        </p:spPr>
        <p:txBody>
          <a:bodyPr wrap="square" rtlCol="0">
            <a:spAutoFit/>
          </a:bodyPr>
          <a:lstStyle/>
          <a:p>
            <a:pPr algn="ctr"/>
            <a:r>
              <a:rPr lang="en-US" altLang="ko-KR" sz="800" dirty="0">
                <a:solidFill>
                  <a:srgbClr val="3101FF"/>
                </a:solidFill>
                <a:latin typeface="AppleSDGothicNeoM00" panose="02000503000000000000" pitchFamily="2" charset="-127"/>
                <a:ea typeface="AppleSDGothicNeoM00" panose="02000503000000000000" pitchFamily="2" charset="-127"/>
              </a:rPr>
              <a:t>PFAF</a:t>
            </a:r>
            <a:endParaRPr lang="ko-KR" altLang="en-US" sz="800" dirty="0">
              <a:solidFill>
                <a:srgbClr val="3101FF"/>
              </a:solidFill>
              <a:latin typeface="AppleSDGothicNeoM00" panose="02000503000000000000" pitchFamily="2" charset="-127"/>
              <a:ea typeface="AppleSDGothicNeoM00" panose="02000503000000000000" pitchFamily="2" charset="-127"/>
            </a:endParaRPr>
          </a:p>
        </p:txBody>
      </p:sp>
      <p:sp>
        <p:nvSpPr>
          <p:cNvPr id="27" name="타원 26">
            <a:extLst>
              <a:ext uri="{FF2B5EF4-FFF2-40B4-BE49-F238E27FC236}">
                <a16:creationId xmlns:a16="http://schemas.microsoft.com/office/drawing/2014/main" id="{EBFD2F97-D781-ACCF-5A63-25DB5D01884A}"/>
              </a:ext>
            </a:extLst>
          </p:cNvPr>
          <p:cNvSpPr/>
          <p:nvPr/>
        </p:nvSpPr>
        <p:spPr>
          <a:xfrm>
            <a:off x="3046278" y="2177535"/>
            <a:ext cx="45719" cy="45719"/>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ko-KR" altLang="en-US"/>
          </a:p>
        </p:txBody>
      </p:sp>
      <p:sp>
        <p:nvSpPr>
          <p:cNvPr id="28" name="타원 27">
            <a:extLst>
              <a:ext uri="{FF2B5EF4-FFF2-40B4-BE49-F238E27FC236}">
                <a16:creationId xmlns:a16="http://schemas.microsoft.com/office/drawing/2014/main" id="{55D0FCA9-B111-0D6C-13C7-485C22A65DB8}"/>
              </a:ext>
            </a:extLst>
          </p:cNvPr>
          <p:cNvSpPr/>
          <p:nvPr/>
        </p:nvSpPr>
        <p:spPr>
          <a:xfrm>
            <a:off x="4138324" y="2177535"/>
            <a:ext cx="45719" cy="45719"/>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ko-KR" altLang="en-US"/>
          </a:p>
        </p:txBody>
      </p:sp>
      <p:sp>
        <p:nvSpPr>
          <p:cNvPr id="29" name="타원 28">
            <a:extLst>
              <a:ext uri="{FF2B5EF4-FFF2-40B4-BE49-F238E27FC236}">
                <a16:creationId xmlns:a16="http://schemas.microsoft.com/office/drawing/2014/main" id="{95956725-11A7-7A56-193D-08C9FDF2575C}"/>
              </a:ext>
            </a:extLst>
          </p:cNvPr>
          <p:cNvSpPr/>
          <p:nvPr/>
        </p:nvSpPr>
        <p:spPr>
          <a:xfrm>
            <a:off x="4444110" y="2355964"/>
            <a:ext cx="45719" cy="45719"/>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ko-KR" altLang="en-US"/>
          </a:p>
        </p:txBody>
      </p:sp>
      <p:sp>
        <p:nvSpPr>
          <p:cNvPr id="30" name="타원 29">
            <a:extLst>
              <a:ext uri="{FF2B5EF4-FFF2-40B4-BE49-F238E27FC236}">
                <a16:creationId xmlns:a16="http://schemas.microsoft.com/office/drawing/2014/main" id="{B3C0694E-9EFB-E4A4-F69B-392B6F44B991}"/>
              </a:ext>
            </a:extLst>
          </p:cNvPr>
          <p:cNvSpPr/>
          <p:nvPr/>
        </p:nvSpPr>
        <p:spPr>
          <a:xfrm>
            <a:off x="4693249" y="2882368"/>
            <a:ext cx="45719" cy="45719"/>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ko-KR" altLang="en-US"/>
          </a:p>
        </p:txBody>
      </p:sp>
      <p:sp>
        <p:nvSpPr>
          <p:cNvPr id="31" name="TextBox 30">
            <a:extLst>
              <a:ext uri="{FF2B5EF4-FFF2-40B4-BE49-F238E27FC236}">
                <a16:creationId xmlns:a16="http://schemas.microsoft.com/office/drawing/2014/main" id="{11D612B3-F875-D69C-3138-E2616E415B4F}"/>
              </a:ext>
            </a:extLst>
          </p:cNvPr>
          <p:cNvSpPr txBox="1"/>
          <p:nvPr/>
        </p:nvSpPr>
        <p:spPr>
          <a:xfrm>
            <a:off x="4965117" y="4609509"/>
            <a:ext cx="2713743" cy="584775"/>
          </a:xfrm>
          <a:prstGeom prst="rect">
            <a:avLst/>
          </a:prstGeom>
          <a:noFill/>
        </p:spPr>
        <p:txBody>
          <a:bodyPr wrap="square" rtlCol="0">
            <a:spAutoFit/>
          </a:bodyPr>
          <a:lstStyle/>
          <a:p>
            <a:r>
              <a:rPr lang="en-US" altLang="ko-KR" sz="800" dirty="0">
                <a:solidFill>
                  <a:srgbClr val="FF0000"/>
                </a:solidFill>
                <a:latin typeface="AppleSDGothicNeoM00" panose="02000503000000000000" pitchFamily="2" charset="-127"/>
                <a:ea typeface="AppleSDGothicNeoM00" panose="02000503000000000000" pitchFamily="2" charset="-127"/>
              </a:rPr>
              <a:t>x</a:t>
            </a:r>
            <a:r>
              <a:rPr lang="en-US" altLang="ko-KR" sz="800" baseline="-25000" dirty="0">
                <a:solidFill>
                  <a:srgbClr val="FF0000"/>
                </a:solidFill>
                <a:latin typeface="AppleSDGothicNeoM00" panose="02000503000000000000" pitchFamily="2" charset="-127"/>
                <a:ea typeface="AppleSDGothicNeoM00" panose="02000503000000000000" pitchFamily="2" charset="-127"/>
              </a:rPr>
              <a:t>1 </a:t>
            </a:r>
            <a:r>
              <a:rPr lang="en-US" altLang="ko-KR" sz="800" dirty="0">
                <a:solidFill>
                  <a:srgbClr val="FF0000"/>
                </a:solidFill>
                <a:latin typeface="AppleSDGothicNeoM00" panose="02000503000000000000" pitchFamily="2" charset="-127"/>
                <a:ea typeface="AppleSDGothicNeoM00" panose="02000503000000000000" pitchFamily="2" charset="-127"/>
              </a:rPr>
              <a:t>= </a:t>
            </a:r>
            <a:r>
              <a:rPr lang="en-US" altLang="ko-KR" sz="800" dirty="0" err="1">
                <a:solidFill>
                  <a:srgbClr val="FF0000"/>
                </a:solidFill>
                <a:latin typeface="AppleSDGothicNeoM00" panose="02000503000000000000" pitchFamily="2" charset="-127"/>
                <a:ea typeface="AppleSDGothicNeoM00" panose="02000503000000000000" pitchFamily="2" charset="-127"/>
              </a:rPr>
              <a:t>dist</a:t>
            </a:r>
            <a:r>
              <a:rPr lang="en-US" altLang="ko-KR" sz="800" dirty="0">
                <a:solidFill>
                  <a:srgbClr val="FF0000"/>
                </a:solidFill>
                <a:latin typeface="AppleSDGothicNeoM00" panose="02000503000000000000" pitchFamily="2" charset="-127"/>
                <a:ea typeface="AppleSDGothicNeoM00" panose="02000503000000000000" pitchFamily="2" charset="-127"/>
              </a:rPr>
              <a:t>(VP, PFAF) = 2938.0 ft</a:t>
            </a:r>
            <a:r>
              <a:rPr lang="ko-KR" altLang="en-US" sz="800" dirty="0">
                <a:solidFill>
                  <a:srgbClr val="FF0000"/>
                </a:solidFill>
                <a:latin typeface="AppleSDGothicNeoM00" panose="02000503000000000000" pitchFamily="2" charset="-127"/>
                <a:ea typeface="AppleSDGothicNeoM00" panose="02000503000000000000" pitchFamily="2" charset="-127"/>
              </a:rPr>
              <a:t> </a:t>
            </a:r>
            <a:r>
              <a:rPr lang="en-US" altLang="ko-KR" sz="800" dirty="0">
                <a:solidFill>
                  <a:srgbClr val="FF0000"/>
                </a:solidFill>
                <a:latin typeface="AppleSDGothicNeoM00" panose="02000503000000000000" pitchFamily="2" charset="-127"/>
                <a:ea typeface="AppleSDGothicNeoM00" panose="02000503000000000000" pitchFamily="2" charset="-127"/>
              </a:rPr>
              <a:t>(= 895.5 m)</a:t>
            </a:r>
          </a:p>
          <a:p>
            <a:r>
              <a:rPr lang="en-US" altLang="ko-KR" sz="800" dirty="0">
                <a:solidFill>
                  <a:srgbClr val="FF0000"/>
                </a:solidFill>
                <a:latin typeface="AppleSDGothicNeoM00" panose="02000503000000000000" pitchFamily="2" charset="-127"/>
                <a:ea typeface="AppleSDGothicNeoM00" panose="02000503000000000000" pitchFamily="2" charset="-127"/>
              </a:rPr>
              <a:t>x</a:t>
            </a:r>
            <a:r>
              <a:rPr lang="en-US" altLang="ko-KR" sz="800" baseline="-25000" dirty="0">
                <a:solidFill>
                  <a:srgbClr val="FF0000"/>
                </a:solidFill>
                <a:latin typeface="AppleSDGothicNeoM00" panose="02000503000000000000" pitchFamily="2" charset="-127"/>
                <a:ea typeface="AppleSDGothicNeoM00" panose="02000503000000000000" pitchFamily="2" charset="-127"/>
              </a:rPr>
              <a:t>2 </a:t>
            </a:r>
            <a:r>
              <a:rPr lang="en-US" altLang="ko-KR" sz="800" dirty="0">
                <a:solidFill>
                  <a:srgbClr val="FF0000"/>
                </a:solidFill>
                <a:latin typeface="AppleSDGothicNeoM00" panose="02000503000000000000" pitchFamily="2" charset="-127"/>
                <a:ea typeface="AppleSDGothicNeoM00" panose="02000503000000000000" pitchFamily="2" charset="-127"/>
              </a:rPr>
              <a:t>= 0.13x</a:t>
            </a:r>
            <a:r>
              <a:rPr lang="en-US" altLang="ko-KR" sz="800" baseline="-25000" dirty="0">
                <a:solidFill>
                  <a:srgbClr val="FF0000"/>
                </a:solidFill>
                <a:latin typeface="AppleSDGothicNeoM00" panose="02000503000000000000" pitchFamily="2" charset="-127"/>
                <a:ea typeface="AppleSDGothicNeoM00" panose="02000503000000000000" pitchFamily="2" charset="-127"/>
              </a:rPr>
              <a:t>1 </a:t>
            </a:r>
            <a:r>
              <a:rPr lang="en-US" altLang="ko-KR" sz="800" dirty="0">
                <a:solidFill>
                  <a:srgbClr val="FF0000"/>
                </a:solidFill>
                <a:latin typeface="AppleSDGothicNeoM00" panose="02000503000000000000" pitchFamily="2" charset="-127"/>
                <a:ea typeface="AppleSDGothicNeoM00" panose="02000503000000000000" pitchFamily="2" charset="-127"/>
              </a:rPr>
              <a:t>= 381.9 ft (= 116.4m)</a:t>
            </a:r>
            <a:endParaRPr lang="ko-KR" altLang="en-US" sz="800" baseline="-25000" dirty="0">
              <a:solidFill>
                <a:srgbClr val="FF0000"/>
              </a:solidFill>
              <a:latin typeface="AppleSDGothicNeoM00" panose="02000503000000000000" pitchFamily="2" charset="-127"/>
              <a:ea typeface="AppleSDGothicNeoM00" panose="02000503000000000000" pitchFamily="2" charset="-127"/>
            </a:endParaRPr>
          </a:p>
          <a:p>
            <a:r>
              <a:rPr lang="en-US" altLang="ko-KR" sz="800" dirty="0">
                <a:solidFill>
                  <a:srgbClr val="FF0000"/>
                </a:solidFill>
                <a:latin typeface="AppleSDGothicNeoM00" panose="02000503000000000000" pitchFamily="2" charset="-127"/>
                <a:ea typeface="AppleSDGothicNeoM00" panose="02000503000000000000" pitchFamily="2" charset="-127"/>
              </a:rPr>
              <a:t>x</a:t>
            </a:r>
            <a:r>
              <a:rPr lang="en-US" altLang="ko-KR" sz="800" baseline="-25000" dirty="0">
                <a:solidFill>
                  <a:srgbClr val="FF0000"/>
                </a:solidFill>
                <a:latin typeface="AppleSDGothicNeoM00" panose="02000503000000000000" pitchFamily="2" charset="-127"/>
                <a:ea typeface="AppleSDGothicNeoM00" panose="02000503000000000000" pitchFamily="2" charset="-127"/>
              </a:rPr>
              <a:t>3 </a:t>
            </a:r>
            <a:r>
              <a:rPr lang="en-US" altLang="ko-KR" sz="800" dirty="0">
                <a:solidFill>
                  <a:srgbClr val="FF0000"/>
                </a:solidFill>
                <a:latin typeface="AppleSDGothicNeoM00" panose="02000503000000000000" pitchFamily="2" charset="-127"/>
                <a:ea typeface="AppleSDGothicNeoM00" panose="02000503000000000000" pitchFamily="2" charset="-127"/>
              </a:rPr>
              <a:t>= 0.12x</a:t>
            </a:r>
            <a:r>
              <a:rPr lang="en-US" altLang="ko-KR" sz="800" baseline="-25000" dirty="0">
                <a:solidFill>
                  <a:srgbClr val="FF0000"/>
                </a:solidFill>
                <a:latin typeface="AppleSDGothicNeoM00" panose="02000503000000000000" pitchFamily="2" charset="-127"/>
                <a:ea typeface="AppleSDGothicNeoM00" panose="02000503000000000000" pitchFamily="2" charset="-127"/>
              </a:rPr>
              <a:t>1 </a:t>
            </a:r>
            <a:r>
              <a:rPr lang="en-US" altLang="ko-KR" sz="800" dirty="0">
                <a:solidFill>
                  <a:srgbClr val="FF0000"/>
                </a:solidFill>
                <a:latin typeface="AppleSDGothicNeoM00" panose="02000503000000000000" pitchFamily="2" charset="-127"/>
                <a:ea typeface="AppleSDGothicNeoM00" panose="02000503000000000000" pitchFamily="2" charset="-127"/>
              </a:rPr>
              <a:t>= 352.6 ft (= 107.5m)</a:t>
            </a:r>
          </a:p>
          <a:p>
            <a:r>
              <a:rPr lang="en-US" altLang="ko-KR" sz="800" b="1" dirty="0">
                <a:solidFill>
                  <a:srgbClr val="FF0000"/>
                </a:solidFill>
                <a:latin typeface="AppleSDGothicNeoM00" panose="02000503000000000000" pitchFamily="2" charset="-127"/>
                <a:ea typeface="AppleSDGothicNeoM00" panose="02000503000000000000" pitchFamily="2" charset="-127"/>
              </a:rPr>
              <a:t>(Holding ring radius) </a:t>
            </a:r>
            <a:r>
              <a:rPr lang="en-US" altLang="ko-KR" sz="800" dirty="0">
                <a:solidFill>
                  <a:srgbClr val="FF0000"/>
                </a:solidFill>
                <a:latin typeface="AppleSDGothicNeoM00" panose="02000503000000000000" pitchFamily="2" charset="-127"/>
                <a:ea typeface="AppleSDGothicNeoM00" panose="02000503000000000000" pitchFamily="2" charset="-127"/>
              </a:rPr>
              <a:t>= x1+x2+x3 = 3672.5 ft  </a:t>
            </a:r>
            <a:endParaRPr lang="ko-KR" altLang="en-US" sz="800" dirty="0">
              <a:solidFill>
                <a:srgbClr val="FF0000"/>
              </a:solidFill>
              <a:latin typeface="AppleSDGothicNeoM00" panose="02000503000000000000" pitchFamily="2" charset="-127"/>
              <a:ea typeface="AppleSDGothicNeoM00" panose="02000503000000000000" pitchFamily="2" charset="-127"/>
            </a:endParaRPr>
          </a:p>
        </p:txBody>
      </p:sp>
      <p:sp>
        <p:nvSpPr>
          <p:cNvPr id="33" name="TextBox 32">
            <a:extLst>
              <a:ext uri="{FF2B5EF4-FFF2-40B4-BE49-F238E27FC236}">
                <a16:creationId xmlns:a16="http://schemas.microsoft.com/office/drawing/2014/main" id="{7A32D130-9759-5CD0-699A-8A1723AACFAB}"/>
              </a:ext>
            </a:extLst>
          </p:cNvPr>
          <p:cNvSpPr txBox="1"/>
          <p:nvPr/>
        </p:nvSpPr>
        <p:spPr>
          <a:xfrm>
            <a:off x="4194186" y="5265844"/>
            <a:ext cx="306356" cy="215444"/>
          </a:xfrm>
          <a:prstGeom prst="rect">
            <a:avLst/>
          </a:prstGeom>
          <a:noFill/>
        </p:spPr>
        <p:txBody>
          <a:bodyPr wrap="square" rtlCol="0">
            <a:spAutoFit/>
          </a:bodyPr>
          <a:lstStyle/>
          <a:p>
            <a:pPr algn="ctr"/>
            <a:r>
              <a:rPr lang="en-US" altLang="ko-KR" sz="800" dirty="0">
                <a:solidFill>
                  <a:srgbClr val="FF0000"/>
                </a:solidFill>
                <a:latin typeface="AppleSDGothicNeoM00" panose="02000503000000000000" pitchFamily="2" charset="-127"/>
                <a:ea typeface="AppleSDGothicNeoM00" panose="02000503000000000000" pitchFamily="2" charset="-127"/>
              </a:rPr>
              <a:t>x</a:t>
            </a:r>
            <a:r>
              <a:rPr lang="en-US" altLang="ko-KR" sz="800" baseline="-25000" dirty="0">
                <a:solidFill>
                  <a:srgbClr val="FF0000"/>
                </a:solidFill>
                <a:latin typeface="AppleSDGothicNeoM00" panose="02000503000000000000" pitchFamily="2" charset="-127"/>
                <a:ea typeface="AppleSDGothicNeoM00" panose="02000503000000000000" pitchFamily="2" charset="-127"/>
              </a:rPr>
              <a:t>2</a:t>
            </a:r>
            <a:endParaRPr lang="ko-KR" altLang="en-US" sz="800" baseline="-25000" dirty="0">
              <a:solidFill>
                <a:srgbClr val="FF0000"/>
              </a:solidFill>
              <a:latin typeface="AppleSDGothicNeoM00" panose="02000503000000000000" pitchFamily="2" charset="-127"/>
              <a:ea typeface="AppleSDGothicNeoM00" panose="02000503000000000000" pitchFamily="2" charset="-127"/>
            </a:endParaRPr>
          </a:p>
        </p:txBody>
      </p:sp>
      <p:sp>
        <p:nvSpPr>
          <p:cNvPr id="34" name="TextBox 33">
            <a:extLst>
              <a:ext uri="{FF2B5EF4-FFF2-40B4-BE49-F238E27FC236}">
                <a16:creationId xmlns:a16="http://schemas.microsoft.com/office/drawing/2014/main" id="{D0129810-469F-D6C7-D71E-B89115AB22C6}"/>
              </a:ext>
            </a:extLst>
          </p:cNvPr>
          <p:cNvSpPr txBox="1"/>
          <p:nvPr/>
        </p:nvSpPr>
        <p:spPr>
          <a:xfrm>
            <a:off x="4524170" y="5265844"/>
            <a:ext cx="306356" cy="215444"/>
          </a:xfrm>
          <a:prstGeom prst="rect">
            <a:avLst/>
          </a:prstGeom>
          <a:noFill/>
        </p:spPr>
        <p:txBody>
          <a:bodyPr wrap="square" rtlCol="0">
            <a:spAutoFit/>
          </a:bodyPr>
          <a:lstStyle/>
          <a:p>
            <a:pPr algn="ctr"/>
            <a:r>
              <a:rPr lang="en-US" altLang="ko-KR" sz="800" dirty="0">
                <a:solidFill>
                  <a:srgbClr val="FF0000"/>
                </a:solidFill>
                <a:latin typeface="AppleSDGothicNeoM00" panose="02000503000000000000" pitchFamily="2" charset="-127"/>
                <a:ea typeface="AppleSDGothicNeoM00" panose="02000503000000000000" pitchFamily="2" charset="-127"/>
              </a:rPr>
              <a:t>x</a:t>
            </a:r>
            <a:r>
              <a:rPr lang="en-US" altLang="ko-KR" sz="800" baseline="-25000" dirty="0">
                <a:solidFill>
                  <a:srgbClr val="FF0000"/>
                </a:solidFill>
                <a:latin typeface="AppleSDGothicNeoM00" panose="02000503000000000000" pitchFamily="2" charset="-127"/>
                <a:ea typeface="AppleSDGothicNeoM00" panose="02000503000000000000" pitchFamily="2" charset="-127"/>
              </a:rPr>
              <a:t>3</a:t>
            </a:r>
            <a:endParaRPr lang="ko-KR" altLang="en-US" sz="800" baseline="-25000" dirty="0">
              <a:solidFill>
                <a:srgbClr val="FF0000"/>
              </a:solidFill>
              <a:latin typeface="AppleSDGothicNeoM00" panose="02000503000000000000" pitchFamily="2" charset="-127"/>
              <a:ea typeface="AppleSDGothicNeoM00" panose="02000503000000000000" pitchFamily="2" charset="-127"/>
            </a:endParaRPr>
          </a:p>
        </p:txBody>
      </p:sp>
      <p:sp>
        <p:nvSpPr>
          <p:cNvPr id="35" name="TextBox 34">
            <a:extLst>
              <a:ext uri="{FF2B5EF4-FFF2-40B4-BE49-F238E27FC236}">
                <a16:creationId xmlns:a16="http://schemas.microsoft.com/office/drawing/2014/main" id="{8B2B3B3D-285A-AF00-1572-8686A3C5BA93}"/>
              </a:ext>
            </a:extLst>
          </p:cNvPr>
          <p:cNvSpPr txBox="1"/>
          <p:nvPr/>
        </p:nvSpPr>
        <p:spPr>
          <a:xfrm>
            <a:off x="2856576" y="5293444"/>
            <a:ext cx="306357" cy="215444"/>
          </a:xfrm>
          <a:prstGeom prst="rect">
            <a:avLst/>
          </a:prstGeom>
          <a:noFill/>
        </p:spPr>
        <p:txBody>
          <a:bodyPr wrap="square" rtlCol="0">
            <a:spAutoFit/>
          </a:bodyPr>
          <a:lstStyle/>
          <a:p>
            <a:pPr algn="ctr"/>
            <a:r>
              <a:rPr lang="en-US" altLang="ko-KR" sz="800" dirty="0">
                <a:solidFill>
                  <a:srgbClr val="FF0000"/>
                </a:solidFill>
                <a:latin typeface="AppleSDGothicNeoM00" panose="02000503000000000000" pitchFamily="2" charset="-127"/>
                <a:ea typeface="AppleSDGothicNeoM00" panose="02000503000000000000" pitchFamily="2" charset="-127"/>
              </a:rPr>
              <a:t>y</a:t>
            </a:r>
            <a:r>
              <a:rPr lang="en-US" altLang="ko-KR" sz="800" baseline="-25000" dirty="0">
                <a:solidFill>
                  <a:srgbClr val="FF0000"/>
                </a:solidFill>
                <a:latin typeface="AppleSDGothicNeoM00" panose="02000503000000000000" pitchFamily="2" charset="-127"/>
                <a:ea typeface="AppleSDGothicNeoM00" panose="02000503000000000000" pitchFamily="2" charset="-127"/>
              </a:rPr>
              <a:t>1</a:t>
            </a:r>
            <a:endParaRPr lang="ko-KR" altLang="en-US" sz="800" baseline="-25000" dirty="0">
              <a:solidFill>
                <a:srgbClr val="FF0000"/>
              </a:solidFill>
              <a:latin typeface="AppleSDGothicNeoM00" panose="02000503000000000000" pitchFamily="2" charset="-127"/>
              <a:ea typeface="AppleSDGothicNeoM00" panose="02000503000000000000" pitchFamily="2" charset="-127"/>
            </a:endParaRPr>
          </a:p>
        </p:txBody>
      </p:sp>
      <p:sp>
        <p:nvSpPr>
          <p:cNvPr id="36" name="TextBox 35">
            <a:extLst>
              <a:ext uri="{FF2B5EF4-FFF2-40B4-BE49-F238E27FC236}">
                <a16:creationId xmlns:a16="http://schemas.microsoft.com/office/drawing/2014/main" id="{8349E00B-303D-839F-49AA-57613672B6F9}"/>
              </a:ext>
            </a:extLst>
          </p:cNvPr>
          <p:cNvSpPr txBox="1"/>
          <p:nvPr/>
        </p:nvSpPr>
        <p:spPr>
          <a:xfrm>
            <a:off x="4082683" y="4963452"/>
            <a:ext cx="306357" cy="215444"/>
          </a:xfrm>
          <a:prstGeom prst="rect">
            <a:avLst/>
          </a:prstGeom>
          <a:noFill/>
        </p:spPr>
        <p:txBody>
          <a:bodyPr wrap="square" rtlCol="0">
            <a:spAutoFit/>
          </a:bodyPr>
          <a:lstStyle/>
          <a:p>
            <a:pPr algn="ctr"/>
            <a:r>
              <a:rPr lang="en-US" altLang="ko-KR" sz="800" dirty="0">
                <a:solidFill>
                  <a:srgbClr val="FF0000"/>
                </a:solidFill>
                <a:latin typeface="AppleSDGothicNeoM00" panose="02000503000000000000" pitchFamily="2" charset="-127"/>
                <a:ea typeface="AppleSDGothicNeoM00" panose="02000503000000000000" pitchFamily="2" charset="-127"/>
              </a:rPr>
              <a:t>y</a:t>
            </a:r>
            <a:r>
              <a:rPr lang="en-US" altLang="ko-KR" sz="800" baseline="-25000" dirty="0">
                <a:solidFill>
                  <a:srgbClr val="FF0000"/>
                </a:solidFill>
                <a:latin typeface="AppleSDGothicNeoM00" panose="02000503000000000000" pitchFamily="2" charset="-127"/>
                <a:ea typeface="AppleSDGothicNeoM00" panose="02000503000000000000" pitchFamily="2" charset="-127"/>
              </a:rPr>
              <a:t>2</a:t>
            </a:r>
            <a:endParaRPr lang="ko-KR" altLang="en-US" sz="800" baseline="-25000" dirty="0">
              <a:solidFill>
                <a:srgbClr val="FF0000"/>
              </a:solidFill>
              <a:latin typeface="AppleSDGothicNeoM00" panose="02000503000000000000" pitchFamily="2" charset="-127"/>
              <a:ea typeface="AppleSDGothicNeoM00" panose="02000503000000000000" pitchFamily="2" charset="-127"/>
            </a:endParaRPr>
          </a:p>
        </p:txBody>
      </p:sp>
      <p:sp>
        <p:nvSpPr>
          <p:cNvPr id="37" name="TextBox 36">
            <a:extLst>
              <a:ext uri="{FF2B5EF4-FFF2-40B4-BE49-F238E27FC236}">
                <a16:creationId xmlns:a16="http://schemas.microsoft.com/office/drawing/2014/main" id="{203C30E3-B08B-58BC-2C3C-21511F4C5F0E}"/>
              </a:ext>
            </a:extLst>
          </p:cNvPr>
          <p:cNvSpPr txBox="1"/>
          <p:nvPr/>
        </p:nvSpPr>
        <p:spPr>
          <a:xfrm>
            <a:off x="4384509" y="4696673"/>
            <a:ext cx="306357" cy="215444"/>
          </a:xfrm>
          <a:prstGeom prst="rect">
            <a:avLst/>
          </a:prstGeom>
          <a:noFill/>
        </p:spPr>
        <p:txBody>
          <a:bodyPr wrap="square" rtlCol="0">
            <a:spAutoFit/>
          </a:bodyPr>
          <a:lstStyle/>
          <a:p>
            <a:pPr algn="ctr"/>
            <a:r>
              <a:rPr lang="en-US" altLang="ko-KR" sz="800" dirty="0">
                <a:solidFill>
                  <a:srgbClr val="FF0000"/>
                </a:solidFill>
                <a:latin typeface="AppleSDGothicNeoM00" panose="02000503000000000000" pitchFamily="2" charset="-127"/>
                <a:ea typeface="AppleSDGothicNeoM00" panose="02000503000000000000" pitchFamily="2" charset="-127"/>
              </a:rPr>
              <a:t>y</a:t>
            </a:r>
            <a:r>
              <a:rPr lang="en-US" altLang="ko-KR" sz="800" baseline="-25000" dirty="0">
                <a:solidFill>
                  <a:srgbClr val="FF0000"/>
                </a:solidFill>
                <a:latin typeface="AppleSDGothicNeoM00" panose="02000503000000000000" pitchFamily="2" charset="-127"/>
                <a:ea typeface="AppleSDGothicNeoM00" panose="02000503000000000000" pitchFamily="2" charset="-127"/>
              </a:rPr>
              <a:t>3</a:t>
            </a:r>
            <a:endParaRPr lang="ko-KR" altLang="en-US" sz="800" baseline="-25000" dirty="0">
              <a:solidFill>
                <a:srgbClr val="FF0000"/>
              </a:solidFill>
              <a:latin typeface="AppleSDGothicNeoM00" panose="02000503000000000000" pitchFamily="2" charset="-127"/>
              <a:ea typeface="AppleSDGothicNeoM00" panose="02000503000000000000" pitchFamily="2" charset="-127"/>
            </a:endParaRPr>
          </a:p>
        </p:txBody>
      </p:sp>
      <p:sp>
        <p:nvSpPr>
          <p:cNvPr id="38" name="TextBox 37">
            <a:extLst>
              <a:ext uri="{FF2B5EF4-FFF2-40B4-BE49-F238E27FC236}">
                <a16:creationId xmlns:a16="http://schemas.microsoft.com/office/drawing/2014/main" id="{086BE58B-E930-40E1-A617-AA1ADFFDD354}"/>
              </a:ext>
            </a:extLst>
          </p:cNvPr>
          <p:cNvSpPr txBox="1"/>
          <p:nvPr/>
        </p:nvSpPr>
        <p:spPr>
          <a:xfrm>
            <a:off x="4727386" y="4410298"/>
            <a:ext cx="306357" cy="215444"/>
          </a:xfrm>
          <a:prstGeom prst="rect">
            <a:avLst/>
          </a:prstGeom>
          <a:noFill/>
        </p:spPr>
        <p:txBody>
          <a:bodyPr wrap="square" rtlCol="0">
            <a:spAutoFit/>
          </a:bodyPr>
          <a:lstStyle/>
          <a:p>
            <a:pPr algn="ctr"/>
            <a:r>
              <a:rPr lang="en-US" altLang="ko-KR" sz="800" dirty="0">
                <a:solidFill>
                  <a:srgbClr val="FF0000"/>
                </a:solidFill>
                <a:latin typeface="AppleSDGothicNeoM00" panose="02000503000000000000" pitchFamily="2" charset="-127"/>
                <a:ea typeface="AppleSDGothicNeoM00" panose="02000503000000000000" pitchFamily="2" charset="-127"/>
              </a:rPr>
              <a:t>y</a:t>
            </a:r>
            <a:r>
              <a:rPr lang="en-US" altLang="ko-KR" sz="800" baseline="-25000" dirty="0">
                <a:solidFill>
                  <a:srgbClr val="FF0000"/>
                </a:solidFill>
                <a:latin typeface="AppleSDGothicNeoM00" panose="02000503000000000000" pitchFamily="2" charset="-127"/>
                <a:ea typeface="AppleSDGothicNeoM00" panose="02000503000000000000" pitchFamily="2" charset="-127"/>
              </a:rPr>
              <a:t>4</a:t>
            </a:r>
            <a:endParaRPr lang="ko-KR" altLang="en-US" sz="800" baseline="-25000" dirty="0">
              <a:solidFill>
                <a:srgbClr val="FF0000"/>
              </a:solidFill>
              <a:latin typeface="AppleSDGothicNeoM00" panose="02000503000000000000" pitchFamily="2" charset="-127"/>
              <a:ea typeface="AppleSDGothicNeoM00" panose="02000503000000000000" pitchFamily="2" charset="-127"/>
            </a:endParaRPr>
          </a:p>
        </p:txBody>
      </p:sp>
      <p:sp>
        <p:nvSpPr>
          <p:cNvPr id="39" name="원호 38">
            <a:extLst>
              <a:ext uri="{FF2B5EF4-FFF2-40B4-BE49-F238E27FC236}">
                <a16:creationId xmlns:a16="http://schemas.microsoft.com/office/drawing/2014/main" id="{6E642ED7-A60D-8E17-503A-CFE39DF32047}"/>
              </a:ext>
            </a:extLst>
          </p:cNvPr>
          <p:cNvSpPr/>
          <p:nvPr/>
        </p:nvSpPr>
        <p:spPr>
          <a:xfrm>
            <a:off x="3227683" y="5198745"/>
            <a:ext cx="45719" cy="140709"/>
          </a:xfrm>
          <a:prstGeom prst="arc">
            <a:avLst/>
          </a:prstGeom>
          <a:ln w="12700">
            <a:solidFill>
              <a:srgbClr val="FF0000"/>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ko-KR" altLang="en-US"/>
          </a:p>
        </p:txBody>
      </p:sp>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6D48232F-054D-C80F-FB68-959BC5502DA2}"/>
                  </a:ext>
                </a:extLst>
              </p:cNvPr>
              <p:cNvSpPr txBox="1"/>
              <p:nvPr/>
            </p:nvSpPr>
            <p:spPr>
              <a:xfrm>
                <a:off x="3203287" y="5116298"/>
                <a:ext cx="306356" cy="215444"/>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r>
                        <a:rPr lang="ko-KR" altLang="en-US" sz="800" i="1" dirty="0" smtClean="0">
                          <a:solidFill>
                            <a:srgbClr val="FF0000"/>
                          </a:solidFill>
                          <a:latin typeface="Cambria Math" panose="02040503050406030204" pitchFamily="18" charset="0"/>
                          <a:ea typeface="AppleSDGothicNeoM00" panose="02000503000000000000" pitchFamily="2" charset="-127"/>
                        </a:rPr>
                        <m:t>𝜃</m:t>
                      </m:r>
                    </m:oMath>
                  </m:oMathPara>
                </a14:m>
                <a:endParaRPr lang="ko-KR" altLang="en-US" sz="800" baseline="-25000" dirty="0">
                  <a:solidFill>
                    <a:srgbClr val="FF0000"/>
                  </a:solidFill>
                  <a:latin typeface="AppleSDGothicNeoM00" panose="02000503000000000000" pitchFamily="2" charset="-127"/>
                  <a:ea typeface="AppleSDGothicNeoM00" panose="02000503000000000000" pitchFamily="2" charset="-127"/>
                </a:endParaRPr>
              </a:p>
            </p:txBody>
          </p:sp>
        </mc:Choice>
        <mc:Fallback xmlns="">
          <p:sp>
            <p:nvSpPr>
              <p:cNvPr id="40" name="TextBox 39">
                <a:extLst>
                  <a:ext uri="{FF2B5EF4-FFF2-40B4-BE49-F238E27FC236}">
                    <a16:creationId xmlns:a16="http://schemas.microsoft.com/office/drawing/2014/main" id="{6D48232F-054D-C80F-FB68-959BC5502DA2}"/>
                  </a:ext>
                </a:extLst>
              </p:cNvPr>
              <p:cNvSpPr txBox="1">
                <a:spLocks noRot="1" noChangeAspect="1" noMove="1" noResize="1" noEditPoints="1" noAdjustHandles="1" noChangeArrowheads="1" noChangeShapeType="1" noTextEdit="1"/>
              </p:cNvSpPr>
              <p:nvPr/>
            </p:nvSpPr>
            <p:spPr>
              <a:xfrm>
                <a:off x="3203287" y="5116298"/>
                <a:ext cx="306356" cy="215444"/>
              </a:xfrm>
              <a:prstGeom prst="rect">
                <a:avLst/>
              </a:prstGeom>
              <a:blipFill>
                <a:blip r:embed="rId3"/>
                <a:stretch>
                  <a:fillRect/>
                </a:stretch>
              </a:blipFill>
            </p:spPr>
            <p:txBody>
              <a:bodyPr/>
              <a:lstStyle/>
              <a:p>
                <a:r>
                  <a:rPr lang="ko-KR" altLang="en-US">
                    <a:noFill/>
                  </a:rPr>
                  <a:t> </a:t>
                </a:r>
              </a:p>
            </p:txBody>
          </p:sp>
        </mc:Fallback>
      </mc:AlternateContent>
      <p:sp>
        <p:nvSpPr>
          <p:cNvPr id="47" name="자유형: 도형 46">
            <a:extLst>
              <a:ext uri="{FF2B5EF4-FFF2-40B4-BE49-F238E27FC236}">
                <a16:creationId xmlns:a16="http://schemas.microsoft.com/office/drawing/2014/main" id="{4FCC9DB4-2686-DFD2-4B6D-FBD36AFC181B}"/>
              </a:ext>
            </a:extLst>
          </p:cNvPr>
          <p:cNvSpPr/>
          <p:nvPr/>
        </p:nvSpPr>
        <p:spPr>
          <a:xfrm>
            <a:off x="4152900" y="4709885"/>
            <a:ext cx="320040" cy="190500"/>
          </a:xfrm>
          <a:custGeom>
            <a:avLst/>
            <a:gdLst>
              <a:gd name="connsiteX0" fmla="*/ 0 w 320040"/>
              <a:gd name="connsiteY0" fmla="*/ 190500 h 190500"/>
              <a:gd name="connsiteX1" fmla="*/ 102870 w 320040"/>
              <a:gd name="connsiteY1" fmla="*/ 150495 h 190500"/>
              <a:gd name="connsiteX2" fmla="*/ 207645 w 320040"/>
              <a:gd name="connsiteY2" fmla="*/ 99060 h 190500"/>
              <a:gd name="connsiteX3" fmla="*/ 270510 w 320040"/>
              <a:gd name="connsiteY3" fmla="*/ 49530 h 190500"/>
              <a:gd name="connsiteX4" fmla="*/ 320040 w 320040"/>
              <a:gd name="connsiteY4" fmla="*/ 0 h 1905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0040" h="190500">
                <a:moveTo>
                  <a:pt x="0" y="190500"/>
                </a:moveTo>
                <a:cubicBezTo>
                  <a:pt x="34131" y="178117"/>
                  <a:pt x="68263" y="165735"/>
                  <a:pt x="102870" y="150495"/>
                </a:cubicBezTo>
                <a:cubicBezTo>
                  <a:pt x="137477" y="135255"/>
                  <a:pt x="179705" y="115887"/>
                  <a:pt x="207645" y="99060"/>
                </a:cubicBezTo>
                <a:cubicBezTo>
                  <a:pt x="235585" y="82232"/>
                  <a:pt x="251778" y="66040"/>
                  <a:pt x="270510" y="49530"/>
                </a:cubicBezTo>
                <a:cubicBezTo>
                  <a:pt x="289243" y="33020"/>
                  <a:pt x="304641" y="16510"/>
                  <a:pt x="320040" y="0"/>
                </a:cubicBezTo>
              </a:path>
            </a:pathLst>
          </a:cu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8" name="자유형: 도형 47">
            <a:extLst>
              <a:ext uri="{FF2B5EF4-FFF2-40B4-BE49-F238E27FC236}">
                <a16:creationId xmlns:a16="http://schemas.microsoft.com/office/drawing/2014/main" id="{E74ADF8F-AC3C-66B1-4143-BFFAE623AE8D}"/>
              </a:ext>
            </a:extLst>
          </p:cNvPr>
          <p:cNvSpPr/>
          <p:nvPr/>
        </p:nvSpPr>
        <p:spPr>
          <a:xfrm>
            <a:off x="4461510" y="4351020"/>
            <a:ext cx="346710" cy="367665"/>
          </a:xfrm>
          <a:custGeom>
            <a:avLst/>
            <a:gdLst>
              <a:gd name="connsiteX0" fmla="*/ 0 w 346710"/>
              <a:gd name="connsiteY0" fmla="*/ 367665 h 367665"/>
              <a:gd name="connsiteX1" fmla="*/ 129540 w 346710"/>
              <a:gd name="connsiteY1" fmla="*/ 243840 h 367665"/>
              <a:gd name="connsiteX2" fmla="*/ 264795 w 346710"/>
              <a:gd name="connsiteY2" fmla="*/ 106680 h 367665"/>
              <a:gd name="connsiteX3" fmla="*/ 346710 w 346710"/>
              <a:gd name="connsiteY3" fmla="*/ 0 h 367665"/>
            </a:gdLst>
            <a:ahLst/>
            <a:cxnLst>
              <a:cxn ang="0">
                <a:pos x="connsiteX0" y="connsiteY0"/>
              </a:cxn>
              <a:cxn ang="0">
                <a:pos x="connsiteX1" y="connsiteY1"/>
              </a:cxn>
              <a:cxn ang="0">
                <a:pos x="connsiteX2" y="connsiteY2"/>
              </a:cxn>
              <a:cxn ang="0">
                <a:pos x="connsiteX3" y="connsiteY3"/>
              </a:cxn>
            </a:cxnLst>
            <a:rect l="l" t="t" r="r" b="b"/>
            <a:pathLst>
              <a:path w="346710" h="367665">
                <a:moveTo>
                  <a:pt x="0" y="367665"/>
                </a:moveTo>
                <a:cubicBezTo>
                  <a:pt x="42704" y="327501"/>
                  <a:pt x="85408" y="287337"/>
                  <a:pt x="129540" y="243840"/>
                </a:cubicBezTo>
                <a:cubicBezTo>
                  <a:pt x="173673" y="200342"/>
                  <a:pt x="228600" y="147320"/>
                  <a:pt x="264795" y="106680"/>
                </a:cubicBezTo>
                <a:cubicBezTo>
                  <a:pt x="300990" y="66040"/>
                  <a:pt x="323850" y="33020"/>
                  <a:pt x="346710" y="0"/>
                </a:cubicBezTo>
              </a:path>
            </a:pathLst>
          </a:cu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51" name="직선 연결선 50">
            <a:extLst>
              <a:ext uri="{FF2B5EF4-FFF2-40B4-BE49-F238E27FC236}">
                <a16:creationId xmlns:a16="http://schemas.microsoft.com/office/drawing/2014/main" id="{2088BBAC-87C9-CF92-DBE1-82E3DEF67602}"/>
              </a:ext>
            </a:extLst>
          </p:cNvPr>
          <p:cNvCxnSpPr>
            <a:stCxn id="47" idx="0"/>
          </p:cNvCxnSpPr>
          <p:nvPr/>
        </p:nvCxnSpPr>
        <p:spPr>
          <a:xfrm>
            <a:off x="4152900" y="4900385"/>
            <a:ext cx="321193" cy="0"/>
          </a:xfrm>
          <a:prstGeom prst="line">
            <a:avLst/>
          </a:prstGeom>
          <a:ln w="6350">
            <a:prstDash val="sysDot"/>
          </a:ln>
        </p:spPr>
        <p:style>
          <a:lnRef idx="2">
            <a:schemeClr val="dk1"/>
          </a:lnRef>
          <a:fillRef idx="0">
            <a:schemeClr val="dk1"/>
          </a:fillRef>
          <a:effectRef idx="1">
            <a:schemeClr val="dk1"/>
          </a:effectRef>
          <a:fontRef idx="minor">
            <a:schemeClr val="tx1"/>
          </a:fontRef>
        </p:style>
      </p:cxnSp>
      <p:cxnSp>
        <p:nvCxnSpPr>
          <p:cNvPr id="52" name="직선 연결선 51">
            <a:extLst>
              <a:ext uri="{FF2B5EF4-FFF2-40B4-BE49-F238E27FC236}">
                <a16:creationId xmlns:a16="http://schemas.microsoft.com/office/drawing/2014/main" id="{640769D6-3EE2-F931-E399-250D3B0EDC0D}"/>
              </a:ext>
            </a:extLst>
          </p:cNvPr>
          <p:cNvCxnSpPr>
            <a:cxnSpLocks/>
          </p:cNvCxnSpPr>
          <p:nvPr/>
        </p:nvCxnSpPr>
        <p:spPr>
          <a:xfrm>
            <a:off x="4470182" y="4716780"/>
            <a:ext cx="338038" cy="0"/>
          </a:xfrm>
          <a:prstGeom prst="line">
            <a:avLst/>
          </a:prstGeom>
          <a:ln w="6350">
            <a:prstDash val="sysDot"/>
          </a:ln>
        </p:spPr>
        <p:style>
          <a:lnRef idx="2">
            <a:schemeClr val="dk1"/>
          </a:lnRef>
          <a:fillRef idx="0">
            <a:schemeClr val="dk1"/>
          </a:fillRef>
          <a:effectRef idx="1">
            <a:schemeClr val="dk1"/>
          </a:effectRef>
          <a:fontRef idx="minor">
            <a:schemeClr val="tx1"/>
          </a:fontRef>
        </p:style>
      </p:cxnSp>
      <mc:AlternateContent xmlns:mc="http://schemas.openxmlformats.org/markup-compatibility/2006" xmlns:a14="http://schemas.microsoft.com/office/drawing/2010/main">
        <mc:Choice Requires="a14">
          <p:sp>
            <p:nvSpPr>
              <p:cNvPr id="64" name="TextBox 63">
                <a:extLst>
                  <a:ext uri="{FF2B5EF4-FFF2-40B4-BE49-F238E27FC236}">
                    <a16:creationId xmlns:a16="http://schemas.microsoft.com/office/drawing/2014/main" id="{05E364CD-73CA-4218-28A9-8BCC045C98D4}"/>
                  </a:ext>
                </a:extLst>
              </p:cNvPr>
              <p:cNvSpPr txBox="1"/>
              <p:nvPr/>
            </p:nvSpPr>
            <p:spPr>
              <a:xfrm>
                <a:off x="4965118" y="5225607"/>
                <a:ext cx="2409992" cy="1364476"/>
              </a:xfrm>
              <a:prstGeom prst="rect">
                <a:avLst/>
              </a:prstGeom>
              <a:noFill/>
            </p:spPr>
            <p:txBody>
              <a:bodyPr wrap="square" rtlCol="0">
                <a:spAutoFit/>
              </a:bodyPr>
              <a:lstStyle/>
              <a:p>
                <a:r>
                  <a:rPr lang="en-US" altLang="ko-KR" sz="800" dirty="0">
                    <a:solidFill>
                      <a:srgbClr val="FF0000"/>
                    </a:solidFill>
                    <a:latin typeface="AppleSDGothicNeoM00" panose="02000503000000000000" pitchFamily="2" charset="-127"/>
                    <a:ea typeface="AppleSDGothicNeoM00" panose="02000503000000000000" pitchFamily="2" charset="-127"/>
                  </a:rPr>
                  <a:t>y</a:t>
                </a:r>
                <a:r>
                  <a:rPr lang="en-US" altLang="ko-KR" sz="800" baseline="-25000" dirty="0">
                    <a:solidFill>
                      <a:srgbClr val="FF0000"/>
                    </a:solidFill>
                    <a:latin typeface="AppleSDGothicNeoM00" panose="02000503000000000000" pitchFamily="2" charset="-127"/>
                    <a:ea typeface="AppleSDGothicNeoM00" panose="02000503000000000000" pitchFamily="2" charset="-127"/>
                  </a:rPr>
                  <a:t>1 </a:t>
                </a:r>
                <a:r>
                  <a:rPr lang="en-US" altLang="ko-KR" sz="800" dirty="0">
                    <a:solidFill>
                      <a:srgbClr val="FF0000"/>
                    </a:solidFill>
                    <a:latin typeface="AppleSDGothicNeoM00" panose="02000503000000000000" pitchFamily="2" charset="-127"/>
                    <a:ea typeface="AppleSDGothicNeoM00" panose="02000503000000000000" pitchFamily="2" charset="-127"/>
                  </a:rPr>
                  <a:t>= altitude of FATO</a:t>
                </a:r>
              </a:p>
              <a:p>
                <a:r>
                  <a:rPr lang="en-US" altLang="ko-KR" sz="800" dirty="0">
                    <a:solidFill>
                      <a:srgbClr val="FF0000"/>
                    </a:solidFill>
                    <a:latin typeface="AppleSDGothicNeoM00" panose="02000503000000000000" pitchFamily="2" charset="-127"/>
                    <a:ea typeface="AppleSDGothicNeoM00" panose="02000503000000000000" pitchFamily="2" charset="-127"/>
                  </a:rPr>
                  <a:t>y</a:t>
                </a:r>
                <a:r>
                  <a:rPr lang="en-US" altLang="ko-KR" sz="800" baseline="-25000" dirty="0">
                    <a:solidFill>
                      <a:srgbClr val="FF0000"/>
                    </a:solidFill>
                    <a:latin typeface="AppleSDGothicNeoM00" panose="02000503000000000000" pitchFamily="2" charset="-127"/>
                    <a:ea typeface="AppleSDGothicNeoM00" panose="02000503000000000000" pitchFamily="2" charset="-127"/>
                  </a:rPr>
                  <a:t>2 </a:t>
                </a:r>
                <a:r>
                  <a:rPr lang="en-US" altLang="ko-KR" sz="800" dirty="0">
                    <a:solidFill>
                      <a:srgbClr val="FF0000"/>
                    </a:solidFill>
                    <a:latin typeface="AppleSDGothicNeoM00" panose="02000503000000000000" pitchFamily="2" charset="-127"/>
                    <a:ea typeface="AppleSDGothicNeoM00" panose="02000503000000000000" pitchFamily="2" charset="-127"/>
                  </a:rPr>
                  <a:t>= x</a:t>
                </a:r>
                <a:r>
                  <a:rPr lang="en-US" altLang="ko-KR" sz="800" baseline="-25000" dirty="0">
                    <a:solidFill>
                      <a:srgbClr val="FF0000"/>
                    </a:solidFill>
                    <a:latin typeface="AppleSDGothicNeoM00" panose="02000503000000000000" pitchFamily="2" charset="-127"/>
                    <a:ea typeface="AppleSDGothicNeoM00" panose="02000503000000000000" pitchFamily="2" charset="-127"/>
                  </a:rPr>
                  <a:t>1</a:t>
                </a:r>
                <a:r>
                  <a:rPr lang="en-US" altLang="ko-KR" sz="800" dirty="0">
                    <a:solidFill>
                      <a:srgbClr val="FF0000"/>
                    </a:solidFill>
                    <a:latin typeface="AppleSDGothicNeoM00" panose="02000503000000000000" pitchFamily="2" charset="-127"/>
                    <a:ea typeface="AppleSDGothicNeoM00" panose="02000503000000000000" pitchFamily="2" charset="-127"/>
                  </a:rPr>
                  <a:t>·tan(</a:t>
                </a:r>
                <a14:m>
                  <m:oMath xmlns:m="http://schemas.openxmlformats.org/officeDocument/2006/math">
                    <m:r>
                      <a:rPr lang="ko-KR" altLang="en-US" sz="800" i="1" dirty="0" smtClean="0">
                        <a:solidFill>
                          <a:srgbClr val="FF0000"/>
                        </a:solidFill>
                        <a:latin typeface="Cambria Math" panose="02040503050406030204" pitchFamily="18" charset="0"/>
                        <a:ea typeface="AppleSDGothicNeoM00" panose="02000503000000000000" pitchFamily="2" charset="-127"/>
                      </a:rPr>
                      <m:t>𝜃</m:t>
                    </m:r>
                  </m:oMath>
                </a14:m>
                <a:r>
                  <a:rPr lang="en-US" altLang="ko-KR" sz="800" dirty="0">
                    <a:solidFill>
                      <a:srgbClr val="FF0000"/>
                    </a:solidFill>
                    <a:latin typeface="AppleSDGothicNeoM00" panose="02000503000000000000" pitchFamily="2" charset="-127"/>
                    <a:ea typeface="AppleSDGothicNeoM00" panose="02000503000000000000" pitchFamily="2" charset="-127"/>
                  </a:rPr>
                  <a:t>) = 624.5 ft (= 190.3 m)</a:t>
                </a:r>
                <a:endParaRPr lang="ko-KR" altLang="en-US" sz="800" dirty="0">
                  <a:solidFill>
                    <a:srgbClr val="FF0000"/>
                  </a:solidFill>
                  <a:latin typeface="AppleSDGothicNeoM00" panose="02000503000000000000" pitchFamily="2" charset="-127"/>
                  <a:ea typeface="AppleSDGothicNeoM00" panose="02000503000000000000" pitchFamily="2" charset="-127"/>
                </a:endParaRPr>
              </a:p>
              <a:p>
                <a:r>
                  <a:rPr lang="en-US" altLang="ko-KR" sz="800" dirty="0">
                    <a:solidFill>
                      <a:srgbClr val="FF0000"/>
                    </a:solidFill>
                    <a:latin typeface="AppleSDGothicNeoM00" panose="02000503000000000000" pitchFamily="2" charset="-127"/>
                    <a:ea typeface="AppleSDGothicNeoM00" panose="02000503000000000000" pitchFamily="2" charset="-127"/>
                  </a:rPr>
                  <a:t>y</a:t>
                </a:r>
                <a:r>
                  <a:rPr lang="en-US" altLang="ko-KR" sz="800" baseline="-25000" dirty="0">
                    <a:solidFill>
                      <a:srgbClr val="FF0000"/>
                    </a:solidFill>
                    <a:latin typeface="AppleSDGothicNeoM00" panose="02000503000000000000" pitchFamily="2" charset="-127"/>
                    <a:ea typeface="AppleSDGothicNeoM00" panose="02000503000000000000" pitchFamily="2" charset="-127"/>
                  </a:rPr>
                  <a:t>3 </a:t>
                </a:r>
                <a:r>
                  <a:rPr lang="en-US" altLang="ko-KR" sz="800" dirty="0">
                    <a:solidFill>
                      <a:srgbClr val="FF0000"/>
                    </a:solidFill>
                    <a:latin typeface="AppleSDGothicNeoM00" panose="02000503000000000000" pitchFamily="2" charset="-127"/>
                    <a:ea typeface="AppleSDGothicNeoM00" panose="02000503000000000000" pitchFamily="2" charset="-127"/>
                  </a:rPr>
                  <a:t>= R1 * sin</a:t>
                </a:r>
                <a:r>
                  <a:rPr lang="en-US" altLang="ko-KR" sz="800" baseline="30000" dirty="0">
                    <a:solidFill>
                      <a:srgbClr val="FF0000"/>
                    </a:solidFill>
                    <a:latin typeface="AppleSDGothicNeoM00" panose="02000503000000000000" pitchFamily="2" charset="-127"/>
                    <a:ea typeface="AppleSDGothicNeoM00" panose="02000503000000000000" pitchFamily="2" charset="-127"/>
                  </a:rPr>
                  <a:t>-1</a:t>
                </a:r>
                <a:r>
                  <a:rPr lang="en-US" altLang="ko-KR" sz="800" dirty="0">
                    <a:solidFill>
                      <a:srgbClr val="FF0000"/>
                    </a:solidFill>
                    <a:latin typeface="AppleSDGothicNeoM00" panose="02000503000000000000" pitchFamily="2" charset="-127"/>
                    <a:ea typeface="AppleSDGothicNeoM00" panose="02000503000000000000" pitchFamily="2" charset="-127"/>
                  </a:rPr>
                  <a:t>(x</a:t>
                </a:r>
                <a:r>
                  <a:rPr lang="en-US" altLang="ko-KR" sz="800" baseline="-25000" dirty="0">
                    <a:solidFill>
                      <a:srgbClr val="FF0000"/>
                    </a:solidFill>
                    <a:latin typeface="AppleSDGothicNeoM00" panose="02000503000000000000" pitchFamily="2" charset="-127"/>
                    <a:ea typeface="AppleSDGothicNeoM00" panose="02000503000000000000" pitchFamily="2" charset="-127"/>
                  </a:rPr>
                  <a:t>2</a:t>
                </a:r>
                <a:r>
                  <a:rPr lang="en-US" altLang="ko-KR" sz="800" dirty="0">
                    <a:solidFill>
                      <a:srgbClr val="FF0000"/>
                    </a:solidFill>
                    <a:latin typeface="AppleSDGothicNeoM00" panose="02000503000000000000" pitchFamily="2" charset="-127"/>
                    <a:ea typeface="AppleSDGothicNeoM00" panose="02000503000000000000" pitchFamily="2" charset="-127"/>
                  </a:rPr>
                  <a:t>/R1) * sin(</a:t>
                </a:r>
                <a14:m>
                  <m:oMath xmlns:m="http://schemas.openxmlformats.org/officeDocument/2006/math">
                    <m:r>
                      <a:rPr lang="ko-KR" altLang="en-US" sz="800" i="1" dirty="0" smtClean="0">
                        <a:solidFill>
                          <a:srgbClr val="FF0000"/>
                        </a:solidFill>
                        <a:latin typeface="Cambria Math" panose="02040503050406030204" pitchFamily="18" charset="0"/>
                        <a:ea typeface="AppleSDGothicNeoM00" panose="02000503000000000000" pitchFamily="2" charset="-127"/>
                      </a:rPr>
                      <m:t>𝜃</m:t>
                    </m:r>
                  </m:oMath>
                </a14:m>
                <a:r>
                  <a:rPr lang="en-US" altLang="ko-KR" sz="800" dirty="0">
                    <a:solidFill>
                      <a:srgbClr val="FF0000"/>
                    </a:solidFill>
                    <a:latin typeface="AppleSDGothicNeoM00" panose="02000503000000000000" pitchFamily="2" charset="-127"/>
                    <a:ea typeface="AppleSDGothicNeoM00" panose="02000503000000000000" pitchFamily="2" charset="-127"/>
                  </a:rPr>
                  <a:t>) = 85.9 ft (= 26.2 m)</a:t>
                </a:r>
              </a:p>
              <a:p>
                <a:r>
                  <a:rPr lang="en-US" altLang="ko-KR" sz="800" dirty="0">
                    <a:solidFill>
                      <a:srgbClr val="FF0000"/>
                    </a:solidFill>
                    <a:latin typeface="AppleSDGothicNeoM00" panose="02000503000000000000" pitchFamily="2" charset="-127"/>
                    <a:ea typeface="AppleSDGothicNeoM00" panose="02000503000000000000" pitchFamily="2" charset="-127"/>
                  </a:rPr>
                  <a:t>y</a:t>
                </a:r>
                <a:r>
                  <a:rPr lang="en-US" altLang="ko-KR" sz="800" baseline="-25000" dirty="0">
                    <a:solidFill>
                      <a:srgbClr val="FF0000"/>
                    </a:solidFill>
                    <a:latin typeface="AppleSDGothicNeoM00" panose="02000503000000000000" pitchFamily="2" charset="-127"/>
                    <a:ea typeface="AppleSDGothicNeoM00" panose="02000503000000000000" pitchFamily="2" charset="-127"/>
                  </a:rPr>
                  <a:t>4 </a:t>
                </a:r>
                <a:r>
                  <a:rPr lang="en-US" altLang="ko-KR" sz="800" dirty="0">
                    <a:solidFill>
                      <a:srgbClr val="FF0000"/>
                    </a:solidFill>
                    <a:latin typeface="AppleSDGothicNeoM00" panose="02000503000000000000" pitchFamily="2" charset="-127"/>
                    <a:ea typeface="AppleSDGothicNeoM00" panose="02000503000000000000" pitchFamily="2" charset="-127"/>
                  </a:rPr>
                  <a:t>= R2 * sin</a:t>
                </a:r>
                <a:r>
                  <a:rPr lang="en-US" altLang="ko-KR" sz="800" baseline="30000" dirty="0">
                    <a:solidFill>
                      <a:srgbClr val="FF0000"/>
                    </a:solidFill>
                    <a:latin typeface="AppleSDGothicNeoM00" panose="02000503000000000000" pitchFamily="2" charset="-127"/>
                    <a:ea typeface="AppleSDGothicNeoM00" panose="02000503000000000000" pitchFamily="2" charset="-127"/>
                  </a:rPr>
                  <a:t>-1</a:t>
                </a:r>
                <a:r>
                  <a:rPr lang="en-US" altLang="ko-KR" sz="800" dirty="0">
                    <a:solidFill>
                      <a:srgbClr val="FF0000"/>
                    </a:solidFill>
                    <a:latin typeface="AppleSDGothicNeoM00" panose="02000503000000000000" pitchFamily="2" charset="-127"/>
                    <a:ea typeface="AppleSDGothicNeoM00" panose="02000503000000000000" pitchFamily="2" charset="-127"/>
                  </a:rPr>
                  <a:t>(x</a:t>
                </a:r>
                <a:r>
                  <a:rPr lang="en-US" altLang="ko-KR" sz="800" baseline="-25000" dirty="0">
                    <a:solidFill>
                      <a:srgbClr val="FF0000"/>
                    </a:solidFill>
                    <a:latin typeface="AppleSDGothicNeoM00" panose="02000503000000000000" pitchFamily="2" charset="-127"/>
                    <a:ea typeface="AppleSDGothicNeoM00" panose="02000503000000000000" pitchFamily="2" charset="-127"/>
                  </a:rPr>
                  <a:t>3</a:t>
                </a:r>
                <a:r>
                  <a:rPr lang="en-US" altLang="ko-KR" sz="800" dirty="0">
                    <a:solidFill>
                      <a:srgbClr val="FF0000"/>
                    </a:solidFill>
                    <a:latin typeface="AppleSDGothicNeoM00" panose="02000503000000000000" pitchFamily="2" charset="-127"/>
                    <a:ea typeface="AppleSDGothicNeoM00" panose="02000503000000000000" pitchFamily="2" charset="-127"/>
                  </a:rPr>
                  <a:t>/R2) * sin(</a:t>
                </a:r>
                <a14:m>
                  <m:oMath xmlns:m="http://schemas.openxmlformats.org/officeDocument/2006/math">
                    <m:r>
                      <a:rPr lang="ko-KR" altLang="en-US" sz="800" i="1" dirty="0" smtClean="0">
                        <a:solidFill>
                          <a:srgbClr val="FF0000"/>
                        </a:solidFill>
                        <a:latin typeface="Cambria Math" panose="02040503050406030204" pitchFamily="18" charset="0"/>
                        <a:ea typeface="AppleSDGothicNeoM00" panose="02000503000000000000" pitchFamily="2" charset="-127"/>
                      </a:rPr>
                      <m:t>𝜃</m:t>
                    </m:r>
                  </m:oMath>
                </a14:m>
                <a:r>
                  <a:rPr lang="en-US" altLang="ko-KR" sz="800" dirty="0">
                    <a:solidFill>
                      <a:srgbClr val="FF0000"/>
                    </a:solidFill>
                    <a:latin typeface="AppleSDGothicNeoM00" panose="02000503000000000000" pitchFamily="2" charset="-127"/>
                    <a:ea typeface="AppleSDGothicNeoM00" panose="02000503000000000000" pitchFamily="2" charset="-127"/>
                  </a:rPr>
                  <a:t>) = 73.7 ft (= 22.7 m)</a:t>
                </a:r>
                <a:endParaRPr lang="en-US" altLang="ko-KR" sz="800" baseline="-25000" dirty="0">
                  <a:solidFill>
                    <a:srgbClr val="FF0000"/>
                  </a:solidFill>
                  <a:latin typeface="AppleSDGothicNeoM00" panose="02000503000000000000" pitchFamily="2" charset="-127"/>
                  <a:ea typeface="AppleSDGothicNeoM00" panose="02000503000000000000" pitchFamily="2" charset="-127"/>
                </a:endParaRPr>
              </a:p>
              <a:p>
                <a:endParaRPr lang="en-US" altLang="ko-KR" sz="800" baseline="-25000" dirty="0">
                  <a:solidFill>
                    <a:srgbClr val="FF0000"/>
                  </a:solidFill>
                  <a:latin typeface="AppleSDGothicNeoM00" panose="02000503000000000000" pitchFamily="2" charset="-127"/>
                  <a:ea typeface="AppleSDGothicNeoM00" panose="02000503000000000000" pitchFamily="2" charset="-127"/>
                </a:endParaRPr>
              </a:p>
              <a:p>
                <a:r>
                  <a:rPr lang="en-US" altLang="ko-KR" sz="800" b="1" dirty="0">
                    <a:solidFill>
                      <a:srgbClr val="FF0000"/>
                    </a:solidFill>
                    <a:latin typeface="AppleSDGothicNeoM00" panose="02000503000000000000" pitchFamily="2" charset="-127"/>
                    <a:ea typeface="AppleSDGothicNeoM00" panose="02000503000000000000" pitchFamily="2" charset="-127"/>
                  </a:rPr>
                  <a:t>(Altitude at holding ring) </a:t>
                </a:r>
                <a:r>
                  <a:rPr lang="en-US" altLang="ko-KR" sz="800" dirty="0">
                    <a:solidFill>
                      <a:srgbClr val="FF0000"/>
                    </a:solidFill>
                    <a:latin typeface="AppleSDGothicNeoM00" panose="02000503000000000000" pitchFamily="2" charset="-127"/>
                    <a:ea typeface="AppleSDGothicNeoM00" panose="02000503000000000000" pitchFamily="2" charset="-127"/>
                  </a:rPr>
                  <a:t>= y</a:t>
                </a:r>
                <a:r>
                  <a:rPr lang="en-US" altLang="ko-KR" sz="800" baseline="-25000" dirty="0">
                    <a:solidFill>
                      <a:srgbClr val="FF0000"/>
                    </a:solidFill>
                    <a:latin typeface="AppleSDGothicNeoM00" panose="02000503000000000000" pitchFamily="2" charset="-127"/>
                    <a:ea typeface="AppleSDGothicNeoM00" panose="02000503000000000000" pitchFamily="2" charset="-127"/>
                  </a:rPr>
                  <a:t>1 </a:t>
                </a:r>
                <a:r>
                  <a:rPr lang="en-US" altLang="ko-KR" sz="800" dirty="0">
                    <a:solidFill>
                      <a:srgbClr val="FF0000"/>
                    </a:solidFill>
                    <a:latin typeface="AppleSDGothicNeoM00" panose="02000503000000000000" pitchFamily="2" charset="-127"/>
                    <a:ea typeface="AppleSDGothicNeoM00" panose="02000503000000000000" pitchFamily="2" charset="-127"/>
                  </a:rPr>
                  <a:t>+ y</a:t>
                </a:r>
                <a:r>
                  <a:rPr lang="en-US" altLang="ko-KR" sz="800" baseline="-25000" dirty="0">
                    <a:solidFill>
                      <a:srgbClr val="FF0000"/>
                    </a:solidFill>
                    <a:latin typeface="AppleSDGothicNeoM00" panose="02000503000000000000" pitchFamily="2" charset="-127"/>
                    <a:ea typeface="AppleSDGothicNeoM00" panose="02000503000000000000" pitchFamily="2" charset="-127"/>
                  </a:rPr>
                  <a:t>2 </a:t>
                </a:r>
                <a:r>
                  <a:rPr lang="en-US" altLang="ko-KR" sz="800" dirty="0">
                    <a:solidFill>
                      <a:srgbClr val="FF0000"/>
                    </a:solidFill>
                    <a:latin typeface="AppleSDGothicNeoM00" panose="02000503000000000000" pitchFamily="2" charset="-127"/>
                    <a:ea typeface="AppleSDGothicNeoM00" panose="02000503000000000000" pitchFamily="2" charset="-127"/>
                  </a:rPr>
                  <a:t>+ y</a:t>
                </a:r>
                <a:r>
                  <a:rPr lang="en-US" altLang="ko-KR" sz="800" baseline="-25000" dirty="0">
                    <a:solidFill>
                      <a:srgbClr val="FF0000"/>
                    </a:solidFill>
                    <a:latin typeface="AppleSDGothicNeoM00" panose="02000503000000000000" pitchFamily="2" charset="-127"/>
                    <a:ea typeface="AppleSDGothicNeoM00" panose="02000503000000000000" pitchFamily="2" charset="-127"/>
                  </a:rPr>
                  <a:t>3 </a:t>
                </a:r>
                <a:r>
                  <a:rPr lang="en-US" altLang="ko-KR" sz="800" dirty="0">
                    <a:solidFill>
                      <a:srgbClr val="FF0000"/>
                    </a:solidFill>
                    <a:latin typeface="AppleSDGothicNeoM00" panose="02000503000000000000" pitchFamily="2" charset="-127"/>
                    <a:ea typeface="AppleSDGothicNeoM00" panose="02000503000000000000" pitchFamily="2" charset="-127"/>
                  </a:rPr>
                  <a:t>+ y</a:t>
                </a:r>
                <a:r>
                  <a:rPr lang="en-US" altLang="ko-KR" sz="800" baseline="-25000" dirty="0">
                    <a:solidFill>
                      <a:srgbClr val="FF0000"/>
                    </a:solidFill>
                    <a:latin typeface="AppleSDGothicNeoM00" panose="02000503000000000000" pitchFamily="2" charset="-127"/>
                    <a:ea typeface="AppleSDGothicNeoM00" panose="02000503000000000000" pitchFamily="2" charset="-127"/>
                  </a:rPr>
                  <a:t>4 </a:t>
                </a:r>
                <a:br>
                  <a:rPr lang="en-US" altLang="ko-KR" sz="800" baseline="-25000" dirty="0">
                    <a:solidFill>
                      <a:srgbClr val="FF0000"/>
                    </a:solidFill>
                    <a:latin typeface="AppleSDGothicNeoM00" panose="02000503000000000000" pitchFamily="2" charset="-127"/>
                    <a:ea typeface="AppleSDGothicNeoM00" panose="02000503000000000000" pitchFamily="2" charset="-127"/>
                  </a:rPr>
                </a:br>
                <a:r>
                  <a:rPr lang="en-US" altLang="ko-KR" sz="800" dirty="0">
                    <a:solidFill>
                      <a:srgbClr val="FF0000"/>
                    </a:solidFill>
                    <a:latin typeface="AppleSDGothicNeoM00" panose="02000503000000000000" pitchFamily="2" charset="-127"/>
                    <a:ea typeface="AppleSDGothicNeoM00" panose="02000503000000000000" pitchFamily="2" charset="-127"/>
                  </a:rPr>
                  <a:t>= y</a:t>
                </a:r>
                <a:r>
                  <a:rPr lang="en-US" altLang="ko-KR" sz="800" baseline="-25000" dirty="0">
                    <a:solidFill>
                      <a:srgbClr val="FF0000"/>
                    </a:solidFill>
                    <a:latin typeface="AppleSDGothicNeoM00" panose="02000503000000000000" pitchFamily="2" charset="-127"/>
                    <a:ea typeface="AppleSDGothicNeoM00" panose="02000503000000000000" pitchFamily="2" charset="-127"/>
                  </a:rPr>
                  <a:t>1 </a:t>
                </a:r>
                <a:r>
                  <a:rPr lang="en-US" altLang="ko-KR" sz="800" dirty="0">
                    <a:solidFill>
                      <a:srgbClr val="FF0000"/>
                    </a:solidFill>
                    <a:latin typeface="AppleSDGothicNeoM00" panose="02000503000000000000" pitchFamily="2" charset="-127"/>
                    <a:ea typeface="AppleSDGothicNeoM00" panose="02000503000000000000" pitchFamily="2" charset="-127"/>
                  </a:rPr>
                  <a:t>+ 784.1 ft (= 239.0 m)</a:t>
                </a:r>
              </a:p>
              <a:p>
                <a:endParaRPr lang="en-US" altLang="ko-KR" sz="800" baseline="-25000" dirty="0">
                  <a:solidFill>
                    <a:srgbClr val="FF0000"/>
                  </a:solidFill>
                  <a:latin typeface="AppleSDGothicNeoM00" panose="02000503000000000000" pitchFamily="2" charset="-127"/>
                  <a:ea typeface="AppleSDGothicNeoM00" panose="02000503000000000000" pitchFamily="2" charset="-127"/>
                </a:endParaRPr>
              </a:p>
              <a:p>
                <a:r>
                  <a:rPr lang="en-US" altLang="ko-KR" sz="800" b="1" dirty="0">
                    <a:solidFill>
                      <a:srgbClr val="FF0000"/>
                    </a:solidFill>
                    <a:latin typeface="AppleSDGothicNeoM00" panose="02000503000000000000" pitchFamily="2" charset="-127"/>
                    <a:ea typeface="AppleSDGothicNeoM00" panose="02000503000000000000" pitchFamily="2" charset="-127"/>
                  </a:rPr>
                  <a:t>(Arc lengths at the</a:t>
                </a:r>
                <a:r>
                  <a:rPr lang="ko-KR" altLang="en-US" sz="800" b="1" dirty="0">
                    <a:solidFill>
                      <a:srgbClr val="FF0000"/>
                    </a:solidFill>
                    <a:latin typeface="AppleSDGothicNeoM00" panose="02000503000000000000" pitchFamily="2" charset="-127"/>
                    <a:ea typeface="AppleSDGothicNeoM00" panose="02000503000000000000" pitchFamily="2" charset="-127"/>
                  </a:rPr>
                  <a:t> </a:t>
                </a:r>
                <a:r>
                  <a:rPr lang="en-US" altLang="ko-KR" sz="800" b="1" dirty="0">
                    <a:solidFill>
                      <a:srgbClr val="FF0000"/>
                    </a:solidFill>
                    <a:latin typeface="AppleSDGothicNeoM00" panose="02000503000000000000" pitchFamily="2" charset="-127"/>
                    <a:ea typeface="AppleSDGothicNeoM00" panose="02000503000000000000" pitchFamily="2" charset="-127"/>
                  </a:rPr>
                  <a:t>2</a:t>
                </a:r>
                <a:r>
                  <a:rPr lang="en-US" altLang="ko-KR" sz="800" b="1" baseline="30000" dirty="0">
                    <a:solidFill>
                      <a:srgbClr val="FF0000"/>
                    </a:solidFill>
                    <a:latin typeface="AppleSDGothicNeoM00" panose="02000503000000000000" pitchFamily="2" charset="-127"/>
                    <a:ea typeface="AppleSDGothicNeoM00" panose="02000503000000000000" pitchFamily="2" charset="-127"/>
                  </a:rPr>
                  <a:t>nd</a:t>
                </a:r>
                <a:r>
                  <a:rPr lang="en-US" altLang="ko-KR" sz="800" b="1" dirty="0">
                    <a:solidFill>
                      <a:srgbClr val="FF0000"/>
                    </a:solidFill>
                    <a:latin typeface="AppleSDGothicNeoM00" panose="02000503000000000000" pitchFamily="2" charset="-127"/>
                    <a:ea typeface="AppleSDGothicNeoM00" panose="02000503000000000000" pitchFamily="2" charset="-127"/>
                  </a:rPr>
                  <a:t> leg)</a:t>
                </a:r>
                <a:r>
                  <a:rPr lang="en-US" altLang="ko-KR" sz="800" dirty="0">
                    <a:solidFill>
                      <a:srgbClr val="FF0000"/>
                    </a:solidFill>
                    <a:latin typeface="AppleSDGothicNeoM00" panose="02000503000000000000" pitchFamily="2" charset="-127"/>
                    <a:ea typeface="AppleSDGothicNeoM00" panose="02000503000000000000" pitchFamily="2" charset="-127"/>
                  </a:rPr>
                  <a:t> =R1 * sin</a:t>
                </a:r>
                <a:r>
                  <a:rPr lang="en-US" altLang="ko-KR" sz="800" baseline="30000" dirty="0">
                    <a:solidFill>
                      <a:srgbClr val="FF0000"/>
                    </a:solidFill>
                    <a:latin typeface="AppleSDGothicNeoM00" panose="02000503000000000000" pitchFamily="2" charset="-127"/>
                    <a:ea typeface="AppleSDGothicNeoM00" panose="02000503000000000000" pitchFamily="2" charset="-127"/>
                  </a:rPr>
                  <a:t>-1</a:t>
                </a:r>
                <a:r>
                  <a:rPr lang="en-US" altLang="ko-KR" sz="800" dirty="0">
                    <a:solidFill>
                      <a:srgbClr val="FF0000"/>
                    </a:solidFill>
                    <a:latin typeface="AppleSDGothicNeoM00" panose="02000503000000000000" pitchFamily="2" charset="-127"/>
                    <a:ea typeface="AppleSDGothicNeoM00" panose="02000503000000000000" pitchFamily="2" charset="-127"/>
                  </a:rPr>
                  <a:t>(x</a:t>
                </a:r>
                <a:r>
                  <a:rPr lang="en-US" altLang="ko-KR" sz="800" baseline="-25000" dirty="0">
                    <a:solidFill>
                      <a:srgbClr val="FF0000"/>
                    </a:solidFill>
                    <a:latin typeface="AppleSDGothicNeoM00" panose="02000503000000000000" pitchFamily="2" charset="-127"/>
                    <a:ea typeface="AppleSDGothicNeoM00" panose="02000503000000000000" pitchFamily="2" charset="-127"/>
                  </a:rPr>
                  <a:t>2</a:t>
                </a:r>
                <a:r>
                  <a:rPr lang="en-US" altLang="ko-KR" sz="800" dirty="0">
                    <a:solidFill>
                      <a:srgbClr val="FF0000"/>
                    </a:solidFill>
                    <a:latin typeface="AppleSDGothicNeoM00" panose="02000503000000000000" pitchFamily="2" charset="-127"/>
                    <a:ea typeface="AppleSDGothicNeoM00" panose="02000503000000000000" pitchFamily="2" charset="-127"/>
                  </a:rPr>
                  <a:t>/R1)+ R2 * sin</a:t>
                </a:r>
                <a:r>
                  <a:rPr lang="en-US" altLang="ko-KR" sz="800" baseline="30000" dirty="0">
                    <a:solidFill>
                      <a:srgbClr val="FF0000"/>
                    </a:solidFill>
                    <a:latin typeface="AppleSDGothicNeoM00" panose="02000503000000000000" pitchFamily="2" charset="-127"/>
                    <a:ea typeface="AppleSDGothicNeoM00" panose="02000503000000000000" pitchFamily="2" charset="-127"/>
                  </a:rPr>
                  <a:t>-1</a:t>
                </a:r>
                <a:r>
                  <a:rPr lang="en-US" altLang="ko-KR" sz="800" dirty="0">
                    <a:solidFill>
                      <a:srgbClr val="FF0000"/>
                    </a:solidFill>
                    <a:latin typeface="AppleSDGothicNeoM00" panose="02000503000000000000" pitchFamily="2" charset="-127"/>
                    <a:ea typeface="AppleSDGothicNeoM00" panose="02000503000000000000" pitchFamily="2" charset="-127"/>
                  </a:rPr>
                  <a:t>(x</a:t>
                </a:r>
                <a:r>
                  <a:rPr lang="en-US" altLang="ko-KR" sz="800" baseline="-25000" dirty="0">
                    <a:solidFill>
                      <a:srgbClr val="FF0000"/>
                    </a:solidFill>
                    <a:latin typeface="AppleSDGothicNeoM00" panose="02000503000000000000" pitchFamily="2" charset="-127"/>
                    <a:ea typeface="AppleSDGothicNeoM00" panose="02000503000000000000" pitchFamily="2" charset="-127"/>
                  </a:rPr>
                  <a:t>3</a:t>
                </a:r>
                <a:r>
                  <a:rPr lang="en-US" altLang="ko-KR" sz="800" dirty="0">
                    <a:solidFill>
                      <a:srgbClr val="FF0000"/>
                    </a:solidFill>
                    <a:latin typeface="AppleSDGothicNeoM00" panose="02000503000000000000" pitchFamily="2" charset="-127"/>
                    <a:ea typeface="AppleSDGothicNeoM00" panose="02000503000000000000" pitchFamily="2" charset="-127"/>
                  </a:rPr>
                  <a:t>/R2) =</a:t>
                </a:r>
                <a14:m>
                  <m:oMath xmlns:m="http://schemas.openxmlformats.org/officeDocument/2006/math">
                    <m:r>
                      <a:rPr lang="en-US" altLang="ko-KR" sz="800" b="0" i="0" dirty="0" smtClean="0">
                        <a:solidFill>
                          <a:srgbClr val="FF0000"/>
                        </a:solidFill>
                        <a:latin typeface="Cambria Math" panose="02040503050406030204" pitchFamily="18" charset="0"/>
                        <a:ea typeface="AppleSDGothicNeoM00" panose="02000503000000000000" pitchFamily="2" charset="-127"/>
                      </a:rPr>
                      <m:t> </m:t>
                    </m:r>
                    <m:sSub>
                      <m:sSubPr>
                        <m:ctrlPr>
                          <a:rPr lang="en-US" altLang="ko-KR" sz="800" b="0" i="1" dirty="0" smtClean="0">
                            <a:solidFill>
                              <a:srgbClr val="FF0000"/>
                            </a:solidFill>
                            <a:latin typeface="Cambria Math" panose="02040503050406030204" pitchFamily="18" charset="0"/>
                            <a:ea typeface="AppleSDGothicNeoM00" panose="02000503000000000000" pitchFamily="2" charset="-127"/>
                          </a:rPr>
                        </m:ctrlPr>
                      </m:sSubPr>
                      <m:e>
                        <m:r>
                          <m:rPr>
                            <m:sty m:val="p"/>
                          </m:rPr>
                          <a:rPr lang="en-US" altLang="ko-KR" sz="800" dirty="0">
                            <a:solidFill>
                              <a:srgbClr val="FF0000"/>
                            </a:solidFill>
                            <a:latin typeface="Cambria Math" panose="02040503050406030204" pitchFamily="18" charset="0"/>
                            <a:ea typeface="AppleSDGothicNeoM00" panose="02000503000000000000" pitchFamily="2" charset="-127"/>
                          </a:rPr>
                          <m:t>R</m:t>
                        </m:r>
                      </m:e>
                      <m:sub>
                        <m:r>
                          <a:rPr lang="en-US" altLang="ko-KR" sz="800" b="0" i="0" dirty="0" smtClean="0">
                            <a:solidFill>
                              <a:srgbClr val="FF0000"/>
                            </a:solidFill>
                            <a:latin typeface="Cambria Math" panose="02040503050406030204" pitchFamily="18" charset="0"/>
                            <a:ea typeface="AppleSDGothicNeoM00" panose="02000503000000000000" pitchFamily="2" charset="-127"/>
                          </a:rPr>
                          <m:t>1</m:t>
                        </m:r>
                      </m:sub>
                    </m:sSub>
                    <m:r>
                      <a:rPr lang="ko-KR" altLang="en-US" sz="800" i="1" dirty="0" smtClean="0">
                        <a:solidFill>
                          <a:srgbClr val="FF0000"/>
                        </a:solidFill>
                        <a:latin typeface="Cambria Math" panose="02040503050406030204" pitchFamily="18" charset="0"/>
                        <a:ea typeface="AppleSDGothicNeoM00" panose="02000503000000000000" pitchFamily="2" charset="-127"/>
                      </a:rPr>
                      <m:t>𝛼</m:t>
                    </m:r>
                  </m:oMath>
                </a14:m>
                <a:r>
                  <a:rPr lang="en-US" altLang="ko-KR" sz="800" dirty="0">
                    <a:solidFill>
                      <a:srgbClr val="FF0000"/>
                    </a:solidFill>
                    <a:latin typeface="AppleSDGothicNeoM00" panose="02000503000000000000" pitchFamily="2" charset="-127"/>
                    <a:ea typeface="AppleSDGothicNeoM00" panose="02000503000000000000" pitchFamily="2" charset="-127"/>
                  </a:rPr>
                  <a:t> + </a:t>
                </a:r>
                <a14:m>
                  <m:oMath xmlns:m="http://schemas.openxmlformats.org/officeDocument/2006/math">
                    <m:sSub>
                      <m:sSubPr>
                        <m:ctrlPr>
                          <a:rPr lang="en-US" altLang="ko-KR" sz="800" i="1" dirty="0">
                            <a:solidFill>
                              <a:srgbClr val="FF0000"/>
                            </a:solidFill>
                            <a:latin typeface="Cambria Math" panose="02040503050406030204" pitchFamily="18" charset="0"/>
                            <a:ea typeface="AppleSDGothicNeoM00" panose="02000503000000000000" pitchFamily="2" charset="-127"/>
                          </a:rPr>
                        </m:ctrlPr>
                      </m:sSubPr>
                      <m:e>
                        <m:r>
                          <m:rPr>
                            <m:sty m:val="p"/>
                          </m:rPr>
                          <a:rPr lang="en-US" altLang="ko-KR" sz="800" dirty="0">
                            <a:solidFill>
                              <a:srgbClr val="FF0000"/>
                            </a:solidFill>
                            <a:latin typeface="Cambria Math" panose="02040503050406030204" pitchFamily="18" charset="0"/>
                            <a:ea typeface="AppleSDGothicNeoM00" panose="02000503000000000000" pitchFamily="2" charset="-127"/>
                          </a:rPr>
                          <m:t>R</m:t>
                        </m:r>
                      </m:e>
                      <m:sub>
                        <m:r>
                          <a:rPr lang="en-US" altLang="ko-KR" sz="800" b="0" i="0" dirty="0" smtClean="0">
                            <a:solidFill>
                              <a:srgbClr val="FF0000"/>
                            </a:solidFill>
                            <a:latin typeface="Cambria Math" panose="02040503050406030204" pitchFamily="18" charset="0"/>
                            <a:ea typeface="AppleSDGothicNeoM00" panose="02000503000000000000" pitchFamily="2" charset="-127"/>
                          </a:rPr>
                          <m:t>2</m:t>
                        </m:r>
                      </m:sub>
                    </m:sSub>
                    <m:r>
                      <a:rPr lang="en-US" altLang="ko-KR" sz="800" b="0" i="1" dirty="0" smtClean="0">
                        <a:solidFill>
                          <a:srgbClr val="FF0000"/>
                        </a:solidFill>
                        <a:latin typeface="Cambria Math" panose="02040503050406030204" pitchFamily="18" charset="0"/>
                        <a:ea typeface="AppleSDGothicNeoM00" panose="02000503000000000000" pitchFamily="2" charset="-127"/>
                      </a:rPr>
                      <m:t>𝛽</m:t>
                    </m:r>
                  </m:oMath>
                </a14:m>
                <a:r>
                  <a:rPr lang="en-US" altLang="ko-KR" sz="800" dirty="0">
                    <a:solidFill>
                      <a:srgbClr val="FF0000"/>
                    </a:solidFill>
                    <a:latin typeface="AppleSDGothicNeoM00" panose="02000503000000000000" pitchFamily="2" charset="-127"/>
                    <a:ea typeface="AppleSDGothicNeoM00" panose="02000503000000000000" pitchFamily="2" charset="-127"/>
                  </a:rPr>
                  <a:t> = 413.0 + 354.4 = 767.4 ft (233.9 m)</a:t>
                </a:r>
              </a:p>
            </p:txBody>
          </p:sp>
        </mc:Choice>
        <mc:Fallback xmlns="">
          <p:sp>
            <p:nvSpPr>
              <p:cNvPr id="64" name="TextBox 63">
                <a:extLst>
                  <a:ext uri="{FF2B5EF4-FFF2-40B4-BE49-F238E27FC236}">
                    <a16:creationId xmlns:a16="http://schemas.microsoft.com/office/drawing/2014/main" id="{05E364CD-73CA-4218-28A9-8BCC045C98D4}"/>
                  </a:ext>
                </a:extLst>
              </p:cNvPr>
              <p:cNvSpPr txBox="1">
                <a:spLocks noRot="1" noChangeAspect="1" noMove="1" noResize="1" noEditPoints="1" noAdjustHandles="1" noChangeArrowheads="1" noChangeShapeType="1" noTextEdit="1"/>
              </p:cNvSpPr>
              <p:nvPr/>
            </p:nvSpPr>
            <p:spPr>
              <a:xfrm>
                <a:off x="4965118" y="5225607"/>
                <a:ext cx="2409992" cy="1364476"/>
              </a:xfrm>
              <a:prstGeom prst="rect">
                <a:avLst/>
              </a:prstGeom>
              <a:blipFill>
                <a:blip r:embed="rId4"/>
                <a:stretch>
                  <a:fillRect b="-446"/>
                </a:stretch>
              </a:blipFill>
            </p:spPr>
            <p:txBody>
              <a:bodyPr/>
              <a:lstStyle/>
              <a:p>
                <a:r>
                  <a:rPr lang="ko-KR" altLang="en-US">
                    <a:noFill/>
                  </a:rPr>
                  <a:t> </a:t>
                </a:r>
              </a:p>
            </p:txBody>
          </p:sp>
        </mc:Fallback>
      </mc:AlternateContent>
      <p:sp>
        <p:nvSpPr>
          <p:cNvPr id="65" name="별: 꼭짓점 4개 64">
            <a:extLst>
              <a:ext uri="{FF2B5EF4-FFF2-40B4-BE49-F238E27FC236}">
                <a16:creationId xmlns:a16="http://schemas.microsoft.com/office/drawing/2014/main" id="{15DDE55E-6D12-B054-2DD1-A9F0F4F24EC6}"/>
              </a:ext>
            </a:extLst>
          </p:cNvPr>
          <p:cNvSpPr/>
          <p:nvPr/>
        </p:nvSpPr>
        <p:spPr>
          <a:xfrm>
            <a:off x="4112140" y="2517574"/>
            <a:ext cx="109972" cy="109972"/>
          </a:xfrm>
          <a:prstGeom prst="star4">
            <a:avLst>
              <a:gd name="adj" fmla="val 21936"/>
            </a:avLst>
          </a:prstGeom>
          <a:solidFill>
            <a:srgbClr val="FFFF00"/>
          </a:solidFill>
          <a:ln w="127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66" name="직선 연결선 65">
            <a:extLst>
              <a:ext uri="{FF2B5EF4-FFF2-40B4-BE49-F238E27FC236}">
                <a16:creationId xmlns:a16="http://schemas.microsoft.com/office/drawing/2014/main" id="{15047196-1F3C-19A6-BA7B-26FB37F72467}"/>
              </a:ext>
            </a:extLst>
          </p:cNvPr>
          <p:cNvCxnSpPr>
            <a:cxnSpLocks/>
            <a:stCxn id="65" idx="3"/>
            <a:endCxn id="29" idx="3"/>
          </p:cNvCxnSpPr>
          <p:nvPr/>
        </p:nvCxnSpPr>
        <p:spPr>
          <a:xfrm flipV="1">
            <a:off x="4222112" y="2394988"/>
            <a:ext cx="228693" cy="177572"/>
          </a:xfrm>
          <a:prstGeom prst="line">
            <a:avLst/>
          </a:prstGeom>
          <a:ln w="6350">
            <a:prstDash val="sysDot"/>
          </a:ln>
        </p:spPr>
        <p:style>
          <a:lnRef idx="2">
            <a:schemeClr val="dk1"/>
          </a:lnRef>
          <a:fillRef idx="0">
            <a:schemeClr val="dk1"/>
          </a:fillRef>
          <a:effectRef idx="1">
            <a:schemeClr val="dk1"/>
          </a:effectRef>
          <a:fontRef idx="minor">
            <a:schemeClr val="tx1"/>
          </a:fontRef>
        </p:style>
      </p:cxnSp>
      <p:cxnSp>
        <p:nvCxnSpPr>
          <p:cNvPr id="77" name="직선 연결선 76">
            <a:extLst>
              <a:ext uri="{FF2B5EF4-FFF2-40B4-BE49-F238E27FC236}">
                <a16:creationId xmlns:a16="http://schemas.microsoft.com/office/drawing/2014/main" id="{9EF10A27-88D3-CF26-235A-66ECEC05B6DB}"/>
              </a:ext>
            </a:extLst>
          </p:cNvPr>
          <p:cNvCxnSpPr>
            <a:cxnSpLocks/>
            <a:stCxn id="65" idx="0"/>
            <a:endCxn id="28" idx="4"/>
          </p:cNvCxnSpPr>
          <p:nvPr/>
        </p:nvCxnSpPr>
        <p:spPr>
          <a:xfrm flipH="1" flipV="1">
            <a:off x="4161184" y="2223254"/>
            <a:ext cx="5942" cy="294320"/>
          </a:xfrm>
          <a:prstGeom prst="line">
            <a:avLst/>
          </a:prstGeom>
          <a:ln w="6350">
            <a:prstDash val="sysDot"/>
          </a:ln>
        </p:spPr>
        <p:style>
          <a:lnRef idx="2">
            <a:schemeClr val="dk1"/>
          </a:lnRef>
          <a:fillRef idx="0">
            <a:schemeClr val="dk1"/>
          </a:fillRef>
          <a:effectRef idx="1">
            <a:schemeClr val="dk1"/>
          </a:effectRef>
          <a:fontRef idx="minor">
            <a:schemeClr val="tx1"/>
          </a:fontRef>
        </p:style>
      </p:cxnSp>
      <p:sp>
        <p:nvSpPr>
          <p:cNvPr id="83" name="TextBox 82">
            <a:extLst>
              <a:ext uri="{FF2B5EF4-FFF2-40B4-BE49-F238E27FC236}">
                <a16:creationId xmlns:a16="http://schemas.microsoft.com/office/drawing/2014/main" id="{D4778F3D-2D4A-D885-CEF2-DD344DBFB6A3}"/>
              </a:ext>
            </a:extLst>
          </p:cNvPr>
          <p:cNvSpPr txBox="1"/>
          <p:nvPr/>
        </p:nvSpPr>
        <p:spPr>
          <a:xfrm>
            <a:off x="4175287" y="2337731"/>
            <a:ext cx="263037" cy="200055"/>
          </a:xfrm>
          <a:prstGeom prst="rect">
            <a:avLst/>
          </a:prstGeom>
          <a:noFill/>
        </p:spPr>
        <p:txBody>
          <a:bodyPr wrap="square" rtlCol="0">
            <a:spAutoFit/>
          </a:bodyPr>
          <a:lstStyle/>
          <a:p>
            <a:pPr algn="ctr"/>
            <a:r>
              <a:rPr lang="en-US" altLang="ko-KR" sz="700" dirty="0">
                <a:latin typeface="AppleSDGothicNeoM00" panose="02000503000000000000" pitchFamily="2" charset="-127"/>
                <a:ea typeface="AppleSDGothicNeoM00" panose="02000503000000000000" pitchFamily="2" charset="-127"/>
              </a:rPr>
              <a:t>R</a:t>
            </a:r>
            <a:r>
              <a:rPr lang="en-US" altLang="ko-KR" sz="700" baseline="-25000" dirty="0">
                <a:latin typeface="AppleSDGothicNeoM00" panose="02000503000000000000" pitchFamily="2" charset="-127"/>
                <a:ea typeface="AppleSDGothicNeoM00" panose="02000503000000000000" pitchFamily="2" charset="-127"/>
              </a:rPr>
              <a:t>1</a:t>
            </a:r>
            <a:endParaRPr lang="ko-KR" altLang="en-US" sz="700" baseline="-25000" dirty="0">
              <a:latin typeface="AppleSDGothicNeoM00" panose="02000503000000000000" pitchFamily="2" charset="-127"/>
              <a:ea typeface="AppleSDGothicNeoM00" panose="02000503000000000000" pitchFamily="2" charset="-127"/>
            </a:endParaRPr>
          </a:p>
        </p:txBody>
      </p:sp>
      <p:sp>
        <p:nvSpPr>
          <p:cNvPr id="85" name="별: 꼭짓점 4개 84">
            <a:extLst>
              <a:ext uri="{FF2B5EF4-FFF2-40B4-BE49-F238E27FC236}">
                <a16:creationId xmlns:a16="http://schemas.microsoft.com/office/drawing/2014/main" id="{E1D4B352-852A-2D62-32D4-636D210B177D}"/>
              </a:ext>
            </a:extLst>
          </p:cNvPr>
          <p:cNvSpPr/>
          <p:nvPr/>
        </p:nvSpPr>
        <p:spPr>
          <a:xfrm>
            <a:off x="3281963" y="3295271"/>
            <a:ext cx="109972" cy="109972"/>
          </a:xfrm>
          <a:prstGeom prst="star4">
            <a:avLst>
              <a:gd name="adj" fmla="val 21936"/>
            </a:avLst>
          </a:prstGeom>
          <a:solidFill>
            <a:srgbClr val="FFFF00"/>
          </a:solidFill>
          <a:ln w="127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86" name="직선 연결선 85">
            <a:extLst>
              <a:ext uri="{FF2B5EF4-FFF2-40B4-BE49-F238E27FC236}">
                <a16:creationId xmlns:a16="http://schemas.microsoft.com/office/drawing/2014/main" id="{49BCE197-B293-5174-3A5E-C524C7181EA0}"/>
              </a:ext>
            </a:extLst>
          </p:cNvPr>
          <p:cNvCxnSpPr>
            <a:cxnSpLocks/>
            <a:endCxn id="72" idx="0"/>
          </p:cNvCxnSpPr>
          <p:nvPr/>
        </p:nvCxnSpPr>
        <p:spPr>
          <a:xfrm flipV="1">
            <a:off x="3336949" y="2908062"/>
            <a:ext cx="1385692" cy="443228"/>
          </a:xfrm>
          <a:prstGeom prst="line">
            <a:avLst/>
          </a:prstGeom>
          <a:ln w="6350">
            <a:prstDash val="sysDot"/>
          </a:ln>
        </p:spPr>
        <p:style>
          <a:lnRef idx="2">
            <a:schemeClr val="dk1"/>
          </a:lnRef>
          <a:fillRef idx="0">
            <a:schemeClr val="dk1"/>
          </a:fillRef>
          <a:effectRef idx="1">
            <a:schemeClr val="dk1"/>
          </a:effectRef>
          <a:fontRef idx="minor">
            <a:schemeClr val="tx1"/>
          </a:fontRef>
        </p:style>
      </p:cxnSp>
      <p:cxnSp>
        <p:nvCxnSpPr>
          <p:cNvPr id="90" name="직선 연결선 89">
            <a:extLst>
              <a:ext uri="{FF2B5EF4-FFF2-40B4-BE49-F238E27FC236}">
                <a16:creationId xmlns:a16="http://schemas.microsoft.com/office/drawing/2014/main" id="{77AE9D3C-6535-204D-24AD-ADA22E336DF2}"/>
              </a:ext>
            </a:extLst>
          </p:cNvPr>
          <p:cNvCxnSpPr>
            <a:cxnSpLocks/>
            <a:endCxn id="29" idx="3"/>
          </p:cNvCxnSpPr>
          <p:nvPr/>
        </p:nvCxnSpPr>
        <p:spPr>
          <a:xfrm flipV="1">
            <a:off x="3339001" y="2394988"/>
            <a:ext cx="1111804" cy="960279"/>
          </a:xfrm>
          <a:prstGeom prst="line">
            <a:avLst/>
          </a:prstGeom>
          <a:ln w="6350">
            <a:prstDash val="sysDot"/>
          </a:ln>
        </p:spPr>
        <p:style>
          <a:lnRef idx="2">
            <a:schemeClr val="dk1"/>
          </a:lnRef>
          <a:fillRef idx="0">
            <a:schemeClr val="dk1"/>
          </a:fillRef>
          <a:effectRef idx="1">
            <a:schemeClr val="dk1"/>
          </a:effectRef>
          <a:fontRef idx="minor">
            <a:schemeClr val="tx1"/>
          </a:fontRef>
        </p:style>
      </p:cxnSp>
      <p:sp>
        <p:nvSpPr>
          <p:cNvPr id="96" name="TextBox 95">
            <a:extLst>
              <a:ext uri="{FF2B5EF4-FFF2-40B4-BE49-F238E27FC236}">
                <a16:creationId xmlns:a16="http://schemas.microsoft.com/office/drawing/2014/main" id="{3B53DBFD-23A8-21BB-9191-4FC99EEEE413}"/>
              </a:ext>
            </a:extLst>
          </p:cNvPr>
          <p:cNvSpPr txBox="1"/>
          <p:nvPr/>
        </p:nvSpPr>
        <p:spPr>
          <a:xfrm>
            <a:off x="3919511" y="2970541"/>
            <a:ext cx="274519" cy="200055"/>
          </a:xfrm>
          <a:prstGeom prst="rect">
            <a:avLst/>
          </a:prstGeom>
          <a:noFill/>
        </p:spPr>
        <p:txBody>
          <a:bodyPr wrap="square" rtlCol="0">
            <a:spAutoFit/>
          </a:bodyPr>
          <a:lstStyle/>
          <a:p>
            <a:pPr algn="ctr"/>
            <a:r>
              <a:rPr lang="en-US" altLang="ko-KR" sz="700" dirty="0">
                <a:latin typeface="AppleSDGothicNeoM00" panose="02000503000000000000" pitchFamily="2" charset="-127"/>
                <a:ea typeface="AppleSDGothicNeoM00" panose="02000503000000000000" pitchFamily="2" charset="-127"/>
              </a:rPr>
              <a:t>R</a:t>
            </a:r>
            <a:r>
              <a:rPr lang="en-US" altLang="ko-KR" sz="700" baseline="-25000" dirty="0">
                <a:latin typeface="AppleSDGothicNeoM00" panose="02000503000000000000" pitchFamily="2" charset="-127"/>
                <a:ea typeface="AppleSDGothicNeoM00" panose="02000503000000000000" pitchFamily="2" charset="-127"/>
              </a:rPr>
              <a:t>2</a:t>
            </a:r>
            <a:endParaRPr lang="ko-KR" altLang="en-US" sz="700" baseline="-25000" dirty="0">
              <a:latin typeface="AppleSDGothicNeoM00" panose="02000503000000000000" pitchFamily="2" charset="-127"/>
              <a:ea typeface="AppleSDGothicNeoM00" panose="02000503000000000000" pitchFamily="2" charset="-127"/>
            </a:endParaRPr>
          </a:p>
        </p:txBody>
      </p:sp>
      <p:sp>
        <p:nvSpPr>
          <p:cNvPr id="97" name="TextBox 96">
            <a:extLst>
              <a:ext uri="{FF2B5EF4-FFF2-40B4-BE49-F238E27FC236}">
                <a16:creationId xmlns:a16="http://schemas.microsoft.com/office/drawing/2014/main" id="{691D4B0C-82A6-A518-1C11-65AB3F501D37}"/>
              </a:ext>
            </a:extLst>
          </p:cNvPr>
          <p:cNvSpPr txBox="1"/>
          <p:nvPr/>
        </p:nvSpPr>
        <p:spPr>
          <a:xfrm>
            <a:off x="4965119" y="4084421"/>
            <a:ext cx="1168408" cy="338554"/>
          </a:xfrm>
          <a:prstGeom prst="rect">
            <a:avLst/>
          </a:prstGeom>
          <a:noFill/>
        </p:spPr>
        <p:txBody>
          <a:bodyPr wrap="square" rtlCol="0">
            <a:spAutoFit/>
          </a:bodyPr>
          <a:lstStyle/>
          <a:p>
            <a:r>
              <a:rPr lang="en-US" altLang="ko-KR" sz="800" dirty="0">
                <a:solidFill>
                  <a:srgbClr val="FF0000"/>
                </a:solidFill>
                <a:latin typeface="AppleSDGothicNeoM00" panose="02000503000000000000" pitchFamily="2" charset="-127"/>
                <a:ea typeface="AppleSDGothicNeoM00" panose="02000503000000000000" pitchFamily="2" charset="-127"/>
              </a:rPr>
              <a:t>R</a:t>
            </a:r>
            <a:r>
              <a:rPr lang="en-US" altLang="ko-KR" sz="800" baseline="-25000" dirty="0">
                <a:solidFill>
                  <a:srgbClr val="FF0000"/>
                </a:solidFill>
                <a:latin typeface="AppleSDGothicNeoM00" panose="02000503000000000000" pitchFamily="2" charset="-127"/>
                <a:ea typeface="AppleSDGothicNeoM00" panose="02000503000000000000" pitchFamily="2" charset="-127"/>
              </a:rPr>
              <a:t>1 </a:t>
            </a:r>
            <a:r>
              <a:rPr lang="en-US" altLang="ko-KR" sz="800" dirty="0">
                <a:solidFill>
                  <a:srgbClr val="FF0000"/>
                </a:solidFill>
                <a:latin typeface="AppleSDGothicNeoM00" panose="02000503000000000000" pitchFamily="2" charset="-127"/>
                <a:ea typeface="AppleSDGothicNeoM00" panose="02000503000000000000" pitchFamily="2" charset="-127"/>
              </a:rPr>
              <a:t>= 0.1NM (607.6 ft)</a:t>
            </a:r>
          </a:p>
          <a:p>
            <a:r>
              <a:rPr lang="en-US" altLang="ko-KR" sz="800" dirty="0">
                <a:solidFill>
                  <a:srgbClr val="FF0000"/>
                </a:solidFill>
                <a:latin typeface="AppleSDGothicNeoM00" panose="02000503000000000000" pitchFamily="2" charset="-127"/>
                <a:ea typeface="AppleSDGothicNeoM00" panose="02000503000000000000" pitchFamily="2" charset="-127"/>
              </a:rPr>
              <a:t>R</a:t>
            </a:r>
            <a:r>
              <a:rPr lang="en-US" altLang="ko-KR" sz="800" baseline="-25000" dirty="0">
                <a:solidFill>
                  <a:srgbClr val="FF0000"/>
                </a:solidFill>
                <a:latin typeface="AppleSDGothicNeoM00" panose="02000503000000000000" pitchFamily="2" charset="-127"/>
                <a:ea typeface="AppleSDGothicNeoM00" panose="02000503000000000000" pitchFamily="2" charset="-127"/>
              </a:rPr>
              <a:t>2 </a:t>
            </a:r>
            <a:r>
              <a:rPr lang="en-US" altLang="ko-KR" sz="800" dirty="0">
                <a:solidFill>
                  <a:srgbClr val="FF0000"/>
                </a:solidFill>
                <a:latin typeface="AppleSDGothicNeoM00" panose="02000503000000000000" pitchFamily="2" charset="-127"/>
                <a:ea typeface="AppleSDGothicNeoM00" panose="02000503000000000000" pitchFamily="2" charset="-127"/>
              </a:rPr>
              <a:t>= 1.0NM (6076.1 ft)</a:t>
            </a:r>
            <a:endParaRPr lang="ko-KR" altLang="en-US" sz="800" baseline="-25000" dirty="0">
              <a:solidFill>
                <a:srgbClr val="FF0000"/>
              </a:solidFill>
              <a:latin typeface="AppleSDGothicNeoM00" panose="02000503000000000000" pitchFamily="2" charset="-127"/>
              <a:ea typeface="AppleSDGothicNeoM00" panose="02000503000000000000" pitchFamily="2" charset="-127"/>
            </a:endParaRPr>
          </a:p>
        </p:txBody>
      </p:sp>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DF74B776-E52C-ECED-EA7F-2144C7245D2A}"/>
                  </a:ext>
                </a:extLst>
              </p:cNvPr>
              <p:cNvSpPr txBox="1"/>
              <p:nvPr/>
            </p:nvSpPr>
            <p:spPr>
              <a:xfrm>
                <a:off x="4082683" y="2397679"/>
                <a:ext cx="306356" cy="215444"/>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r>
                        <a:rPr lang="ko-KR" altLang="en-US" sz="800" i="1" dirty="0" smtClean="0">
                          <a:solidFill>
                            <a:srgbClr val="FF0000"/>
                          </a:solidFill>
                          <a:latin typeface="Cambria Math" panose="02040503050406030204" pitchFamily="18" charset="0"/>
                          <a:ea typeface="AppleSDGothicNeoM00" panose="02000503000000000000" pitchFamily="2" charset="-127"/>
                        </a:rPr>
                        <m:t>𝛼</m:t>
                      </m:r>
                    </m:oMath>
                  </m:oMathPara>
                </a14:m>
                <a:endParaRPr lang="ko-KR" altLang="en-US" sz="800" baseline="-25000" dirty="0">
                  <a:solidFill>
                    <a:srgbClr val="FF0000"/>
                  </a:solidFill>
                  <a:latin typeface="AppleSDGothicNeoM00" panose="02000503000000000000" pitchFamily="2" charset="-127"/>
                  <a:ea typeface="AppleSDGothicNeoM00" panose="02000503000000000000" pitchFamily="2" charset="-127"/>
                </a:endParaRPr>
              </a:p>
            </p:txBody>
          </p:sp>
        </mc:Choice>
        <mc:Fallback xmlns="">
          <p:sp>
            <p:nvSpPr>
              <p:cNvPr id="12" name="TextBox 11">
                <a:extLst>
                  <a:ext uri="{FF2B5EF4-FFF2-40B4-BE49-F238E27FC236}">
                    <a16:creationId xmlns:a16="http://schemas.microsoft.com/office/drawing/2014/main" id="{DF74B776-E52C-ECED-EA7F-2144C7245D2A}"/>
                  </a:ext>
                </a:extLst>
              </p:cNvPr>
              <p:cNvSpPr txBox="1">
                <a:spLocks noRot="1" noChangeAspect="1" noMove="1" noResize="1" noEditPoints="1" noAdjustHandles="1" noChangeArrowheads="1" noChangeShapeType="1" noTextEdit="1"/>
              </p:cNvSpPr>
              <p:nvPr/>
            </p:nvSpPr>
            <p:spPr>
              <a:xfrm>
                <a:off x="4082683" y="2397679"/>
                <a:ext cx="306356" cy="215444"/>
              </a:xfrm>
              <a:prstGeom prst="rect">
                <a:avLst/>
              </a:prstGeom>
              <a:blipFill>
                <a:blip r:embed="rId5"/>
                <a:stretch>
                  <a:fillRect/>
                </a:stretch>
              </a:blipFill>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578F04F2-6A59-734E-7C0F-66B003AF3E9D}"/>
                  </a:ext>
                </a:extLst>
              </p:cNvPr>
              <p:cNvSpPr txBox="1"/>
              <p:nvPr/>
            </p:nvSpPr>
            <p:spPr>
              <a:xfrm>
                <a:off x="3411342" y="3129676"/>
                <a:ext cx="306356" cy="215444"/>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r>
                        <a:rPr lang="en-US" altLang="ko-KR" sz="800" b="0" i="1" dirty="0" smtClean="0">
                          <a:solidFill>
                            <a:srgbClr val="FF0000"/>
                          </a:solidFill>
                          <a:latin typeface="Cambria Math" panose="02040503050406030204" pitchFamily="18" charset="0"/>
                          <a:ea typeface="AppleSDGothicNeoM00" panose="02000503000000000000" pitchFamily="2" charset="-127"/>
                        </a:rPr>
                        <m:t>𝛽</m:t>
                      </m:r>
                    </m:oMath>
                  </m:oMathPara>
                </a14:m>
                <a:endParaRPr lang="ko-KR" altLang="en-US" sz="800" baseline="-25000" dirty="0">
                  <a:solidFill>
                    <a:srgbClr val="FF0000"/>
                  </a:solidFill>
                  <a:latin typeface="AppleSDGothicNeoM00" panose="02000503000000000000" pitchFamily="2" charset="-127"/>
                  <a:ea typeface="AppleSDGothicNeoM00" panose="02000503000000000000" pitchFamily="2" charset="-127"/>
                </a:endParaRPr>
              </a:p>
            </p:txBody>
          </p:sp>
        </mc:Choice>
        <mc:Fallback xmlns="">
          <p:sp>
            <p:nvSpPr>
              <p:cNvPr id="13" name="TextBox 12">
                <a:extLst>
                  <a:ext uri="{FF2B5EF4-FFF2-40B4-BE49-F238E27FC236}">
                    <a16:creationId xmlns:a16="http://schemas.microsoft.com/office/drawing/2014/main" id="{578F04F2-6A59-734E-7C0F-66B003AF3E9D}"/>
                  </a:ext>
                </a:extLst>
              </p:cNvPr>
              <p:cNvSpPr txBox="1">
                <a:spLocks noRot="1" noChangeAspect="1" noMove="1" noResize="1" noEditPoints="1" noAdjustHandles="1" noChangeArrowheads="1" noChangeShapeType="1" noTextEdit="1"/>
              </p:cNvSpPr>
              <p:nvPr/>
            </p:nvSpPr>
            <p:spPr>
              <a:xfrm>
                <a:off x="3411342" y="3129676"/>
                <a:ext cx="306356" cy="215444"/>
              </a:xfrm>
              <a:prstGeom prst="rect">
                <a:avLst/>
              </a:prstGeom>
              <a:blipFill>
                <a:blip r:embed="rId6"/>
                <a:stretch>
                  <a:fillRect/>
                </a:stretch>
              </a:blipFill>
            </p:spPr>
            <p:txBody>
              <a:bodyPr/>
              <a:lstStyle/>
              <a:p>
                <a:r>
                  <a:rPr lang="ko-KR" altLang="en-US">
                    <a:noFill/>
                  </a:rPr>
                  <a:t> </a:t>
                </a:r>
              </a:p>
            </p:txBody>
          </p:sp>
        </mc:Fallback>
      </mc:AlternateContent>
      <p:sp>
        <p:nvSpPr>
          <p:cNvPr id="10" name="타원 9">
            <a:extLst>
              <a:ext uri="{FF2B5EF4-FFF2-40B4-BE49-F238E27FC236}">
                <a16:creationId xmlns:a16="http://schemas.microsoft.com/office/drawing/2014/main" id="{6C9B18B3-0C30-4A84-5092-0CA895CE155E}"/>
              </a:ext>
            </a:extLst>
          </p:cNvPr>
          <p:cNvSpPr/>
          <p:nvPr/>
        </p:nvSpPr>
        <p:spPr>
          <a:xfrm>
            <a:off x="1866924" y="4820346"/>
            <a:ext cx="2300733" cy="139043"/>
          </a:xfrm>
          <a:prstGeom prst="ellipse">
            <a:avLst/>
          </a:prstGeom>
          <a:noFill/>
          <a:ln w="3175">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1" name="타원 10">
            <a:extLst>
              <a:ext uri="{FF2B5EF4-FFF2-40B4-BE49-F238E27FC236}">
                <a16:creationId xmlns:a16="http://schemas.microsoft.com/office/drawing/2014/main" id="{54F36B28-EC5D-5402-DB5D-0530F0D6C719}"/>
              </a:ext>
            </a:extLst>
          </p:cNvPr>
          <p:cNvSpPr/>
          <p:nvPr/>
        </p:nvSpPr>
        <p:spPr>
          <a:xfrm>
            <a:off x="1647934" y="4630661"/>
            <a:ext cx="2825006" cy="158572"/>
          </a:xfrm>
          <a:prstGeom prst="ellipse">
            <a:avLst/>
          </a:prstGeom>
          <a:noFill/>
          <a:ln w="3175">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7" name="타원 16">
            <a:extLst>
              <a:ext uri="{FF2B5EF4-FFF2-40B4-BE49-F238E27FC236}">
                <a16:creationId xmlns:a16="http://schemas.microsoft.com/office/drawing/2014/main" id="{62C05258-8A78-4BAB-B55E-2003CFB95C33}"/>
              </a:ext>
            </a:extLst>
          </p:cNvPr>
          <p:cNvSpPr/>
          <p:nvPr/>
        </p:nvSpPr>
        <p:spPr>
          <a:xfrm>
            <a:off x="1286304" y="4270998"/>
            <a:ext cx="3508282" cy="164639"/>
          </a:xfrm>
          <a:prstGeom prst="ellipse">
            <a:avLst/>
          </a:prstGeom>
          <a:noFill/>
          <a:ln w="3175">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5" name="TextBox 14">
            <a:extLst>
              <a:ext uri="{FF2B5EF4-FFF2-40B4-BE49-F238E27FC236}">
                <a16:creationId xmlns:a16="http://schemas.microsoft.com/office/drawing/2014/main" id="{18C44031-A4F0-D8C4-AC16-3F60E69F2DFA}"/>
              </a:ext>
            </a:extLst>
          </p:cNvPr>
          <p:cNvSpPr txBox="1"/>
          <p:nvPr/>
        </p:nvSpPr>
        <p:spPr>
          <a:xfrm>
            <a:off x="4664340" y="2800600"/>
            <a:ext cx="439664" cy="215444"/>
          </a:xfrm>
          <a:prstGeom prst="rect">
            <a:avLst/>
          </a:prstGeom>
          <a:noFill/>
        </p:spPr>
        <p:txBody>
          <a:bodyPr wrap="square" rtlCol="0">
            <a:spAutoFit/>
          </a:bodyPr>
          <a:lstStyle/>
          <a:p>
            <a:pPr algn="ctr"/>
            <a:r>
              <a:rPr lang="en-US" altLang="ko-KR" sz="800" dirty="0">
                <a:solidFill>
                  <a:srgbClr val="3101FF"/>
                </a:solidFill>
                <a:latin typeface="AppleSDGothicNeoM00" panose="02000503000000000000" pitchFamily="2" charset="-127"/>
                <a:ea typeface="AppleSDGothicNeoM00" panose="02000503000000000000" pitchFamily="2" charset="-127"/>
              </a:rPr>
              <a:t>IAF</a:t>
            </a:r>
            <a:endParaRPr lang="ko-KR" altLang="en-US" sz="800" dirty="0">
              <a:solidFill>
                <a:srgbClr val="3101FF"/>
              </a:solidFill>
              <a:latin typeface="AppleSDGothicNeoM00" panose="02000503000000000000" pitchFamily="2" charset="-127"/>
              <a:ea typeface="AppleSDGothicNeoM00" panose="02000503000000000000" pitchFamily="2" charset="-127"/>
            </a:endParaRPr>
          </a:p>
        </p:txBody>
      </p:sp>
      <p:sp>
        <p:nvSpPr>
          <p:cNvPr id="18" name="TextBox 17">
            <a:extLst>
              <a:ext uri="{FF2B5EF4-FFF2-40B4-BE49-F238E27FC236}">
                <a16:creationId xmlns:a16="http://schemas.microsoft.com/office/drawing/2014/main" id="{2214DAAB-5841-7918-39B5-1005EE5E09C7}"/>
              </a:ext>
            </a:extLst>
          </p:cNvPr>
          <p:cNvSpPr txBox="1"/>
          <p:nvPr/>
        </p:nvSpPr>
        <p:spPr>
          <a:xfrm>
            <a:off x="4353899" y="2153699"/>
            <a:ext cx="439664" cy="215444"/>
          </a:xfrm>
          <a:prstGeom prst="rect">
            <a:avLst/>
          </a:prstGeom>
          <a:noFill/>
        </p:spPr>
        <p:txBody>
          <a:bodyPr wrap="square" rtlCol="0">
            <a:spAutoFit/>
          </a:bodyPr>
          <a:lstStyle/>
          <a:p>
            <a:pPr algn="ctr"/>
            <a:r>
              <a:rPr lang="en-US" altLang="ko-KR" sz="800" dirty="0">
                <a:solidFill>
                  <a:srgbClr val="3101FF"/>
                </a:solidFill>
                <a:latin typeface="AppleSDGothicNeoM00" panose="02000503000000000000" pitchFamily="2" charset="-127"/>
                <a:ea typeface="AppleSDGothicNeoM00" panose="02000503000000000000" pitchFamily="2" charset="-127"/>
              </a:rPr>
              <a:t>IAF</a:t>
            </a:r>
            <a:endParaRPr lang="ko-KR" altLang="en-US" sz="800" dirty="0">
              <a:solidFill>
                <a:srgbClr val="3101FF"/>
              </a:solidFill>
              <a:latin typeface="AppleSDGothicNeoM00" panose="02000503000000000000" pitchFamily="2" charset="-127"/>
              <a:ea typeface="AppleSDGothicNeoM00" panose="02000503000000000000" pitchFamily="2" charset="-127"/>
            </a:endParaRPr>
          </a:p>
        </p:txBody>
      </p:sp>
      <p:pic>
        <p:nvPicPr>
          <p:cNvPr id="3" name="그림 2">
            <a:extLst>
              <a:ext uri="{FF2B5EF4-FFF2-40B4-BE49-F238E27FC236}">
                <a16:creationId xmlns:a16="http://schemas.microsoft.com/office/drawing/2014/main" id="{7D27CBA2-197D-B4E5-03AE-6E9C88E1A6A5}"/>
              </a:ext>
            </a:extLst>
          </p:cNvPr>
          <p:cNvPicPr>
            <a:picLocks noChangeAspect="1"/>
          </p:cNvPicPr>
          <p:nvPr/>
        </p:nvPicPr>
        <p:blipFill>
          <a:blip r:embed="rId7"/>
          <a:stretch>
            <a:fillRect/>
          </a:stretch>
        </p:blipFill>
        <p:spPr>
          <a:xfrm>
            <a:off x="5458005" y="1056815"/>
            <a:ext cx="6565134" cy="4137469"/>
          </a:xfrm>
          <a:prstGeom prst="rect">
            <a:avLst/>
          </a:prstGeom>
        </p:spPr>
      </p:pic>
    </p:spTree>
    <p:extLst>
      <p:ext uri="{BB962C8B-B14F-4D97-AF65-F5344CB8AC3E}">
        <p14:creationId xmlns:p14="http://schemas.microsoft.com/office/powerpoint/2010/main" val="408350856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265260F1-DF6C-458C-E48A-2A88E685F3BD}"/>
              </a:ext>
            </a:extLst>
          </p:cNvPr>
          <p:cNvSpPr>
            <a:spLocks noGrp="1"/>
          </p:cNvSpPr>
          <p:nvPr>
            <p:ph type="title"/>
          </p:nvPr>
        </p:nvSpPr>
        <p:spPr/>
        <p:txBody>
          <a:bodyPr/>
          <a:lstStyle/>
          <a:p>
            <a:endParaRPr lang="ko-KR" altLang="en-US"/>
          </a:p>
        </p:txBody>
      </p:sp>
      <p:sp>
        <p:nvSpPr>
          <p:cNvPr id="3" name="내용 개체 틀 2">
            <a:extLst>
              <a:ext uri="{FF2B5EF4-FFF2-40B4-BE49-F238E27FC236}">
                <a16:creationId xmlns:a16="http://schemas.microsoft.com/office/drawing/2014/main" id="{DD262D44-7A4E-E63E-0AF8-A2AD29921574}"/>
              </a:ext>
            </a:extLst>
          </p:cNvPr>
          <p:cNvSpPr>
            <a:spLocks noGrp="1"/>
          </p:cNvSpPr>
          <p:nvPr>
            <p:ph idx="1"/>
          </p:nvPr>
        </p:nvSpPr>
        <p:spPr>
          <a:xfrm>
            <a:off x="838200" y="1825625"/>
            <a:ext cx="4558748" cy="4351338"/>
          </a:xfrm>
        </p:spPr>
        <p:txBody>
          <a:bodyPr>
            <a:normAutofit/>
          </a:bodyPr>
          <a:lstStyle/>
          <a:p>
            <a:r>
              <a:rPr lang="en-US" altLang="ko-KR" sz="1600" dirty="0"/>
              <a:t>Obstacle Limitation Surface (OLS)</a:t>
            </a:r>
          </a:p>
          <a:p>
            <a:r>
              <a:rPr lang="en-US" altLang="ko-KR" sz="1600" dirty="0"/>
              <a:t>Slope : 8/12.5</a:t>
            </a:r>
          </a:p>
          <a:p>
            <a:r>
              <a:rPr lang="en-US" altLang="ko-KR" sz="1600" dirty="0"/>
              <a:t>Vertiport obstacle-free volume with omnidirectional approach and take-off climb surface and prohibited sector — top view</a:t>
            </a:r>
            <a:endParaRPr lang="ko-KR" altLang="en-US" sz="1600" dirty="0"/>
          </a:p>
        </p:txBody>
      </p:sp>
      <p:pic>
        <p:nvPicPr>
          <p:cNvPr id="1026" name="Picture 2">
            <a:extLst>
              <a:ext uri="{FF2B5EF4-FFF2-40B4-BE49-F238E27FC236}">
                <a16:creationId xmlns:a16="http://schemas.microsoft.com/office/drawing/2014/main" id="{F1E661E3-03C1-6757-4D3B-CA0B246D763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96948" y="0"/>
            <a:ext cx="6858000"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0493743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D57A7582-8D24-DCC2-62C1-93300F66C5FB}"/>
              </a:ext>
            </a:extLst>
          </p:cNvPr>
          <p:cNvSpPr>
            <a:spLocks noGrp="1"/>
          </p:cNvSpPr>
          <p:nvPr>
            <p:ph type="title"/>
          </p:nvPr>
        </p:nvSpPr>
        <p:spPr/>
        <p:txBody>
          <a:bodyPr/>
          <a:lstStyle/>
          <a:p>
            <a:endParaRPr lang="ko-KR" altLang="en-US"/>
          </a:p>
        </p:txBody>
      </p:sp>
      <p:sp>
        <p:nvSpPr>
          <p:cNvPr id="3" name="내용 개체 틀 2">
            <a:extLst>
              <a:ext uri="{FF2B5EF4-FFF2-40B4-BE49-F238E27FC236}">
                <a16:creationId xmlns:a16="http://schemas.microsoft.com/office/drawing/2014/main" id="{535A3C0C-690A-F710-8138-582B821BFA65}"/>
              </a:ext>
            </a:extLst>
          </p:cNvPr>
          <p:cNvSpPr>
            <a:spLocks noGrp="1"/>
          </p:cNvSpPr>
          <p:nvPr>
            <p:ph idx="1"/>
          </p:nvPr>
        </p:nvSpPr>
        <p:spPr/>
        <p:txBody>
          <a:bodyPr/>
          <a:lstStyle/>
          <a:p>
            <a:endParaRPr lang="ko-KR" altLang="en-US"/>
          </a:p>
        </p:txBody>
      </p:sp>
      <p:pic>
        <p:nvPicPr>
          <p:cNvPr id="2052" name="Picture 4">
            <a:extLst>
              <a:ext uri="{FF2B5EF4-FFF2-40B4-BE49-F238E27FC236}">
                <a16:creationId xmlns:a16="http://schemas.microsoft.com/office/drawing/2014/main" id="{3FD826AA-9ADC-C87B-4F9E-FE2DE2521AB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34000" y="0"/>
            <a:ext cx="6858000" cy="6858000"/>
          </a:xfrm>
          <a:prstGeom prst="rect">
            <a:avLst/>
          </a:prstGeom>
          <a:noFill/>
          <a:extLst>
            <a:ext uri="{909E8E84-426E-40DD-AFC4-6F175D3DCCD1}">
              <a14:hiddenFill xmlns:a14="http://schemas.microsoft.com/office/drawing/2010/main">
                <a:solidFill>
                  <a:srgbClr val="FFFFFF"/>
                </a:solidFill>
              </a14:hiddenFill>
            </a:ext>
          </a:extLst>
        </p:spPr>
      </p:pic>
      <p:pic>
        <p:nvPicPr>
          <p:cNvPr id="2054" name="Picture 6">
            <a:extLst>
              <a:ext uri="{FF2B5EF4-FFF2-40B4-BE49-F238E27FC236}">
                <a16:creationId xmlns:a16="http://schemas.microsoft.com/office/drawing/2014/main" id="{9328459D-D132-F4CD-D1F6-7AFF8F1E5B2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2000" y="0"/>
            <a:ext cx="6858000"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8304941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타원 3">
            <a:extLst>
              <a:ext uri="{FF2B5EF4-FFF2-40B4-BE49-F238E27FC236}">
                <a16:creationId xmlns:a16="http://schemas.microsoft.com/office/drawing/2014/main" id="{4DA5FAD1-5B16-3528-EDB9-B6CCE3F2BCF8}"/>
              </a:ext>
            </a:extLst>
          </p:cNvPr>
          <p:cNvSpPr/>
          <p:nvPr/>
        </p:nvSpPr>
        <p:spPr>
          <a:xfrm>
            <a:off x="1961323" y="4000666"/>
            <a:ext cx="2199860" cy="2199860"/>
          </a:xfrm>
          <a:prstGeom prst="ellipse">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 name="타원 4">
            <a:extLst>
              <a:ext uri="{FF2B5EF4-FFF2-40B4-BE49-F238E27FC236}">
                <a16:creationId xmlns:a16="http://schemas.microsoft.com/office/drawing/2014/main" id="{F68AEB78-24E6-A290-AA71-017686618CC4}"/>
              </a:ext>
            </a:extLst>
          </p:cNvPr>
          <p:cNvSpPr/>
          <p:nvPr/>
        </p:nvSpPr>
        <p:spPr>
          <a:xfrm>
            <a:off x="1647934" y="3700768"/>
            <a:ext cx="2826159" cy="2826159"/>
          </a:xfrm>
          <a:prstGeom prst="ellipse">
            <a:avLst/>
          </a:prstGeom>
          <a:noFill/>
          <a:ln w="12700">
            <a:solidFill>
              <a:schemeClr val="tx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7" name="타원 6">
            <a:extLst>
              <a:ext uri="{FF2B5EF4-FFF2-40B4-BE49-F238E27FC236}">
                <a16:creationId xmlns:a16="http://schemas.microsoft.com/office/drawing/2014/main" id="{170486BF-0E5C-9F3F-9B28-1BB3A4D157C4}"/>
              </a:ext>
            </a:extLst>
          </p:cNvPr>
          <p:cNvSpPr/>
          <p:nvPr/>
        </p:nvSpPr>
        <p:spPr>
          <a:xfrm>
            <a:off x="901149" y="2940492"/>
            <a:ext cx="4320208" cy="4320208"/>
          </a:xfrm>
          <a:prstGeom prst="ellipse">
            <a:avLst/>
          </a:prstGeom>
          <a:noFill/>
          <a:ln w="12700">
            <a:solidFill>
              <a:schemeClr val="tx1"/>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27" name="그룹 26">
            <a:extLst>
              <a:ext uri="{FF2B5EF4-FFF2-40B4-BE49-F238E27FC236}">
                <a16:creationId xmlns:a16="http://schemas.microsoft.com/office/drawing/2014/main" id="{0C25D47A-CA57-9D21-C1E8-84E8E47B0217}"/>
              </a:ext>
            </a:extLst>
          </p:cNvPr>
          <p:cNvGrpSpPr/>
          <p:nvPr/>
        </p:nvGrpSpPr>
        <p:grpSpPr>
          <a:xfrm>
            <a:off x="2651820" y="3387404"/>
            <a:ext cx="3000144" cy="3315214"/>
            <a:chOff x="2651820" y="1798634"/>
            <a:chExt cx="3000144" cy="3315214"/>
          </a:xfrm>
        </p:grpSpPr>
        <p:sp>
          <p:nvSpPr>
            <p:cNvPr id="11" name="원호 10">
              <a:extLst>
                <a:ext uri="{FF2B5EF4-FFF2-40B4-BE49-F238E27FC236}">
                  <a16:creationId xmlns:a16="http://schemas.microsoft.com/office/drawing/2014/main" id="{E8F2CE6D-3546-D555-2025-EA663C854B27}"/>
                </a:ext>
              </a:extLst>
            </p:cNvPr>
            <p:cNvSpPr/>
            <p:nvPr/>
          </p:nvSpPr>
          <p:spPr>
            <a:xfrm rot="16200000">
              <a:off x="3023781" y="2087955"/>
              <a:ext cx="817806" cy="743339"/>
            </a:xfrm>
            <a:prstGeom prst="arc">
              <a:avLst>
                <a:gd name="adj1" fmla="val 16200000"/>
                <a:gd name="adj2" fmla="val 19578583"/>
              </a:avLst>
            </a:prstGeom>
            <a:ln>
              <a:solidFill>
                <a:srgbClr val="3101FF"/>
              </a:solidFill>
              <a:prstDash val="sysDot"/>
            </a:ln>
          </p:spPr>
          <p:style>
            <a:lnRef idx="1">
              <a:schemeClr val="dk1"/>
            </a:lnRef>
            <a:fillRef idx="0">
              <a:schemeClr val="dk1"/>
            </a:fillRef>
            <a:effectRef idx="0">
              <a:schemeClr val="dk1"/>
            </a:effectRef>
            <a:fontRef idx="minor">
              <a:schemeClr val="tx1"/>
            </a:fontRef>
          </p:style>
          <p:txBody>
            <a:bodyPr rtlCol="0" anchor="ctr"/>
            <a:lstStyle/>
            <a:p>
              <a:pPr algn="ctr"/>
              <a:endParaRPr lang="ko-KR" altLang="en-US"/>
            </a:p>
          </p:txBody>
        </p:sp>
        <p:cxnSp>
          <p:nvCxnSpPr>
            <p:cNvPr id="9" name="직선 연결선 8">
              <a:extLst>
                <a:ext uri="{FF2B5EF4-FFF2-40B4-BE49-F238E27FC236}">
                  <a16:creationId xmlns:a16="http://schemas.microsoft.com/office/drawing/2014/main" id="{DEA47BA6-7980-8D2E-76E4-894ABEEA6218}"/>
                </a:ext>
              </a:extLst>
            </p:cNvPr>
            <p:cNvCxnSpPr>
              <a:cxnSpLocks/>
              <a:endCxn id="4" idx="0"/>
            </p:cNvCxnSpPr>
            <p:nvPr/>
          </p:nvCxnSpPr>
          <p:spPr>
            <a:xfrm flipV="1">
              <a:off x="3061253" y="4000666"/>
              <a:ext cx="0" cy="1113182"/>
            </a:xfrm>
            <a:prstGeom prst="line">
              <a:avLst/>
            </a:prstGeom>
            <a:ln>
              <a:solidFill>
                <a:srgbClr val="3101FF"/>
              </a:solidFill>
              <a:prstDash val="sysDot"/>
            </a:ln>
          </p:spPr>
          <p:style>
            <a:lnRef idx="2">
              <a:schemeClr val="dk1"/>
            </a:lnRef>
            <a:fillRef idx="0">
              <a:schemeClr val="dk1"/>
            </a:fillRef>
            <a:effectRef idx="1">
              <a:schemeClr val="dk1"/>
            </a:effectRef>
            <a:fontRef idx="minor">
              <a:schemeClr val="tx1"/>
            </a:fontRef>
          </p:style>
        </p:cxnSp>
        <p:sp>
          <p:nvSpPr>
            <p:cNvPr id="12" name="원호 11">
              <a:extLst>
                <a:ext uri="{FF2B5EF4-FFF2-40B4-BE49-F238E27FC236}">
                  <a16:creationId xmlns:a16="http://schemas.microsoft.com/office/drawing/2014/main" id="{9A700C14-9EE1-9E0D-F336-218DAB0D0C14}"/>
                </a:ext>
              </a:extLst>
            </p:cNvPr>
            <p:cNvSpPr/>
            <p:nvPr/>
          </p:nvSpPr>
          <p:spPr>
            <a:xfrm rot="19275487">
              <a:off x="2651820" y="1798634"/>
              <a:ext cx="3000144" cy="3000144"/>
            </a:xfrm>
            <a:prstGeom prst="arc">
              <a:avLst>
                <a:gd name="adj1" fmla="val 16200000"/>
                <a:gd name="adj2" fmla="val 19035864"/>
              </a:avLst>
            </a:prstGeom>
            <a:ln>
              <a:solidFill>
                <a:srgbClr val="3101FF"/>
              </a:solidFill>
              <a:prstDash val="sysDot"/>
            </a:ln>
          </p:spPr>
          <p:style>
            <a:lnRef idx="1">
              <a:schemeClr val="dk1"/>
            </a:lnRef>
            <a:fillRef idx="0">
              <a:schemeClr val="dk1"/>
            </a:fillRef>
            <a:effectRef idx="0">
              <a:schemeClr val="dk1"/>
            </a:effectRef>
            <a:fontRef idx="minor">
              <a:schemeClr val="tx1"/>
            </a:fontRef>
          </p:style>
          <p:txBody>
            <a:bodyPr rtlCol="0" anchor="ctr"/>
            <a:lstStyle/>
            <a:p>
              <a:pPr algn="ctr"/>
              <a:endParaRPr lang="ko-KR" altLang="en-US"/>
            </a:p>
          </p:txBody>
        </p:sp>
      </p:grpSp>
      <p:grpSp>
        <p:nvGrpSpPr>
          <p:cNvPr id="39" name="그룹 38">
            <a:extLst>
              <a:ext uri="{FF2B5EF4-FFF2-40B4-BE49-F238E27FC236}">
                <a16:creationId xmlns:a16="http://schemas.microsoft.com/office/drawing/2014/main" id="{5C019540-806C-5FE6-819C-1C5F3DB18DA0}"/>
              </a:ext>
            </a:extLst>
          </p:cNvPr>
          <p:cNvGrpSpPr/>
          <p:nvPr/>
        </p:nvGrpSpPr>
        <p:grpSpPr>
          <a:xfrm flipH="1">
            <a:off x="464233" y="3401633"/>
            <a:ext cx="3000144" cy="3000144"/>
            <a:chOff x="2651820" y="1798634"/>
            <a:chExt cx="3000144" cy="3000144"/>
          </a:xfrm>
        </p:grpSpPr>
        <p:sp>
          <p:nvSpPr>
            <p:cNvPr id="40" name="원호 39">
              <a:extLst>
                <a:ext uri="{FF2B5EF4-FFF2-40B4-BE49-F238E27FC236}">
                  <a16:creationId xmlns:a16="http://schemas.microsoft.com/office/drawing/2014/main" id="{7E937B1F-445E-45C2-B780-81496ACA3551}"/>
                </a:ext>
              </a:extLst>
            </p:cNvPr>
            <p:cNvSpPr/>
            <p:nvPr/>
          </p:nvSpPr>
          <p:spPr>
            <a:xfrm rot="16200000">
              <a:off x="3023781" y="2087955"/>
              <a:ext cx="817806" cy="743339"/>
            </a:xfrm>
            <a:prstGeom prst="arc">
              <a:avLst>
                <a:gd name="adj1" fmla="val 16200000"/>
                <a:gd name="adj2" fmla="val 19578583"/>
              </a:avLst>
            </a:prstGeom>
            <a:ln>
              <a:solidFill>
                <a:srgbClr val="3101FF"/>
              </a:solidFill>
              <a:prstDash val="sysDot"/>
            </a:ln>
          </p:spPr>
          <p:style>
            <a:lnRef idx="1">
              <a:schemeClr val="dk1"/>
            </a:lnRef>
            <a:fillRef idx="0">
              <a:schemeClr val="dk1"/>
            </a:fillRef>
            <a:effectRef idx="0">
              <a:schemeClr val="dk1"/>
            </a:effectRef>
            <a:fontRef idx="minor">
              <a:schemeClr val="tx1"/>
            </a:fontRef>
          </p:style>
          <p:txBody>
            <a:bodyPr rtlCol="0" anchor="ctr"/>
            <a:lstStyle/>
            <a:p>
              <a:pPr algn="ctr"/>
              <a:endParaRPr lang="ko-KR" altLang="en-US"/>
            </a:p>
          </p:txBody>
        </p:sp>
        <p:cxnSp>
          <p:nvCxnSpPr>
            <p:cNvPr id="41" name="직선 연결선 40">
              <a:extLst>
                <a:ext uri="{FF2B5EF4-FFF2-40B4-BE49-F238E27FC236}">
                  <a16:creationId xmlns:a16="http://schemas.microsoft.com/office/drawing/2014/main" id="{B6CE34B5-4198-4083-AB38-E2D97D826F5D}"/>
                </a:ext>
              </a:extLst>
            </p:cNvPr>
            <p:cNvCxnSpPr>
              <a:cxnSpLocks/>
            </p:cNvCxnSpPr>
            <p:nvPr/>
          </p:nvCxnSpPr>
          <p:spPr>
            <a:xfrm flipV="1">
              <a:off x="3061253" y="2411896"/>
              <a:ext cx="0" cy="1113182"/>
            </a:xfrm>
            <a:prstGeom prst="line">
              <a:avLst/>
            </a:prstGeom>
            <a:ln>
              <a:solidFill>
                <a:srgbClr val="3101FF"/>
              </a:solidFill>
              <a:prstDash val="sysDot"/>
            </a:ln>
          </p:spPr>
          <p:style>
            <a:lnRef idx="2">
              <a:schemeClr val="dk1"/>
            </a:lnRef>
            <a:fillRef idx="0">
              <a:schemeClr val="dk1"/>
            </a:fillRef>
            <a:effectRef idx="1">
              <a:schemeClr val="dk1"/>
            </a:effectRef>
            <a:fontRef idx="minor">
              <a:schemeClr val="tx1"/>
            </a:fontRef>
          </p:style>
        </p:cxnSp>
        <p:sp>
          <p:nvSpPr>
            <p:cNvPr id="42" name="원호 41">
              <a:extLst>
                <a:ext uri="{FF2B5EF4-FFF2-40B4-BE49-F238E27FC236}">
                  <a16:creationId xmlns:a16="http://schemas.microsoft.com/office/drawing/2014/main" id="{5D70FC13-0210-DB6D-9997-8970A977FC8C}"/>
                </a:ext>
              </a:extLst>
            </p:cNvPr>
            <p:cNvSpPr/>
            <p:nvPr/>
          </p:nvSpPr>
          <p:spPr>
            <a:xfrm rot="19275487">
              <a:off x="2651820" y="1798634"/>
              <a:ext cx="3000144" cy="3000144"/>
            </a:xfrm>
            <a:prstGeom prst="arc">
              <a:avLst>
                <a:gd name="adj1" fmla="val 16200000"/>
                <a:gd name="adj2" fmla="val 19035864"/>
              </a:avLst>
            </a:prstGeom>
            <a:ln>
              <a:solidFill>
                <a:srgbClr val="3101FF"/>
              </a:solidFill>
              <a:prstDash val="sysDot"/>
            </a:ln>
          </p:spPr>
          <p:style>
            <a:lnRef idx="1">
              <a:schemeClr val="dk1"/>
            </a:lnRef>
            <a:fillRef idx="0">
              <a:schemeClr val="dk1"/>
            </a:fillRef>
            <a:effectRef idx="0">
              <a:schemeClr val="dk1"/>
            </a:effectRef>
            <a:fontRef idx="minor">
              <a:schemeClr val="tx1"/>
            </a:fontRef>
          </p:style>
          <p:txBody>
            <a:bodyPr rtlCol="0" anchor="ctr"/>
            <a:lstStyle/>
            <a:p>
              <a:pPr algn="ctr"/>
              <a:endParaRPr lang="ko-KR" altLang="en-US"/>
            </a:p>
          </p:txBody>
        </p:sp>
      </p:grpSp>
      <p:grpSp>
        <p:nvGrpSpPr>
          <p:cNvPr id="51" name="그룹 50">
            <a:extLst>
              <a:ext uri="{FF2B5EF4-FFF2-40B4-BE49-F238E27FC236}">
                <a16:creationId xmlns:a16="http://schemas.microsoft.com/office/drawing/2014/main" id="{8FA7082B-21EE-9442-A832-4A8509E51B6B}"/>
              </a:ext>
            </a:extLst>
          </p:cNvPr>
          <p:cNvGrpSpPr/>
          <p:nvPr/>
        </p:nvGrpSpPr>
        <p:grpSpPr>
          <a:xfrm rot="2715803" flipH="1">
            <a:off x="980442" y="2664258"/>
            <a:ext cx="3000144" cy="3000144"/>
            <a:chOff x="2651820" y="1798634"/>
            <a:chExt cx="3000144" cy="3000144"/>
          </a:xfrm>
        </p:grpSpPr>
        <p:sp>
          <p:nvSpPr>
            <p:cNvPr id="52" name="원호 51">
              <a:extLst>
                <a:ext uri="{FF2B5EF4-FFF2-40B4-BE49-F238E27FC236}">
                  <a16:creationId xmlns:a16="http://schemas.microsoft.com/office/drawing/2014/main" id="{71624C13-64D3-7363-043C-1C4235B0D871}"/>
                </a:ext>
              </a:extLst>
            </p:cNvPr>
            <p:cNvSpPr/>
            <p:nvPr/>
          </p:nvSpPr>
          <p:spPr>
            <a:xfrm rot="16200000">
              <a:off x="3023781" y="2087955"/>
              <a:ext cx="817806" cy="743339"/>
            </a:xfrm>
            <a:prstGeom prst="arc">
              <a:avLst>
                <a:gd name="adj1" fmla="val 16200000"/>
                <a:gd name="adj2" fmla="val 19578583"/>
              </a:avLst>
            </a:prstGeom>
            <a:ln>
              <a:solidFill>
                <a:srgbClr val="3101FF"/>
              </a:solidFill>
              <a:prstDash val="sysDot"/>
            </a:ln>
          </p:spPr>
          <p:style>
            <a:lnRef idx="1">
              <a:schemeClr val="dk1"/>
            </a:lnRef>
            <a:fillRef idx="0">
              <a:schemeClr val="dk1"/>
            </a:fillRef>
            <a:effectRef idx="0">
              <a:schemeClr val="dk1"/>
            </a:effectRef>
            <a:fontRef idx="minor">
              <a:schemeClr val="tx1"/>
            </a:fontRef>
          </p:style>
          <p:txBody>
            <a:bodyPr rtlCol="0" anchor="ctr"/>
            <a:lstStyle/>
            <a:p>
              <a:pPr algn="ctr"/>
              <a:endParaRPr lang="ko-KR" altLang="en-US"/>
            </a:p>
          </p:txBody>
        </p:sp>
        <p:cxnSp>
          <p:nvCxnSpPr>
            <p:cNvPr id="53" name="직선 연결선 52">
              <a:extLst>
                <a:ext uri="{FF2B5EF4-FFF2-40B4-BE49-F238E27FC236}">
                  <a16:creationId xmlns:a16="http://schemas.microsoft.com/office/drawing/2014/main" id="{B79C3B88-69BD-8838-5FD3-A199D4583DC8}"/>
                </a:ext>
              </a:extLst>
            </p:cNvPr>
            <p:cNvCxnSpPr>
              <a:cxnSpLocks/>
            </p:cNvCxnSpPr>
            <p:nvPr/>
          </p:nvCxnSpPr>
          <p:spPr>
            <a:xfrm flipV="1">
              <a:off x="3061253" y="2411896"/>
              <a:ext cx="0" cy="1113182"/>
            </a:xfrm>
            <a:prstGeom prst="line">
              <a:avLst/>
            </a:prstGeom>
            <a:ln>
              <a:solidFill>
                <a:srgbClr val="3101FF"/>
              </a:solidFill>
              <a:prstDash val="sysDot"/>
            </a:ln>
          </p:spPr>
          <p:style>
            <a:lnRef idx="2">
              <a:schemeClr val="dk1"/>
            </a:lnRef>
            <a:fillRef idx="0">
              <a:schemeClr val="dk1"/>
            </a:fillRef>
            <a:effectRef idx="1">
              <a:schemeClr val="dk1"/>
            </a:effectRef>
            <a:fontRef idx="minor">
              <a:schemeClr val="tx1"/>
            </a:fontRef>
          </p:style>
        </p:cxnSp>
        <p:sp>
          <p:nvSpPr>
            <p:cNvPr id="54" name="원호 53">
              <a:extLst>
                <a:ext uri="{FF2B5EF4-FFF2-40B4-BE49-F238E27FC236}">
                  <a16:creationId xmlns:a16="http://schemas.microsoft.com/office/drawing/2014/main" id="{65C1B4AE-25D1-B429-F903-9B9EA9FCA719}"/>
                </a:ext>
              </a:extLst>
            </p:cNvPr>
            <p:cNvSpPr/>
            <p:nvPr/>
          </p:nvSpPr>
          <p:spPr>
            <a:xfrm rot="19275487">
              <a:off x="2651820" y="1798634"/>
              <a:ext cx="3000144" cy="3000144"/>
            </a:xfrm>
            <a:prstGeom prst="arc">
              <a:avLst>
                <a:gd name="adj1" fmla="val 16200000"/>
                <a:gd name="adj2" fmla="val 19035864"/>
              </a:avLst>
            </a:prstGeom>
            <a:ln>
              <a:solidFill>
                <a:srgbClr val="3101FF"/>
              </a:solidFill>
              <a:prstDash val="sysDot"/>
            </a:ln>
          </p:spPr>
          <p:style>
            <a:lnRef idx="1">
              <a:schemeClr val="dk1"/>
            </a:lnRef>
            <a:fillRef idx="0">
              <a:schemeClr val="dk1"/>
            </a:fillRef>
            <a:effectRef idx="0">
              <a:schemeClr val="dk1"/>
            </a:effectRef>
            <a:fontRef idx="minor">
              <a:schemeClr val="tx1"/>
            </a:fontRef>
          </p:style>
          <p:txBody>
            <a:bodyPr rtlCol="0" anchor="ctr"/>
            <a:lstStyle/>
            <a:p>
              <a:pPr algn="ctr"/>
              <a:endParaRPr lang="ko-KR" altLang="en-US"/>
            </a:p>
          </p:txBody>
        </p:sp>
      </p:grpSp>
      <p:grpSp>
        <p:nvGrpSpPr>
          <p:cNvPr id="55" name="그룹 54">
            <a:extLst>
              <a:ext uri="{FF2B5EF4-FFF2-40B4-BE49-F238E27FC236}">
                <a16:creationId xmlns:a16="http://schemas.microsoft.com/office/drawing/2014/main" id="{867B6D02-391A-0B5A-0B5B-5395F42128F4}"/>
              </a:ext>
            </a:extLst>
          </p:cNvPr>
          <p:cNvGrpSpPr/>
          <p:nvPr/>
        </p:nvGrpSpPr>
        <p:grpSpPr>
          <a:xfrm rot="2715908">
            <a:off x="2481394" y="4251447"/>
            <a:ext cx="3000144" cy="3000144"/>
            <a:chOff x="2651820" y="1798634"/>
            <a:chExt cx="3000144" cy="3000144"/>
          </a:xfrm>
        </p:grpSpPr>
        <p:sp>
          <p:nvSpPr>
            <p:cNvPr id="56" name="원호 55">
              <a:extLst>
                <a:ext uri="{FF2B5EF4-FFF2-40B4-BE49-F238E27FC236}">
                  <a16:creationId xmlns:a16="http://schemas.microsoft.com/office/drawing/2014/main" id="{DFD7A2E9-5294-4421-8A0E-C4D7F92790BF}"/>
                </a:ext>
              </a:extLst>
            </p:cNvPr>
            <p:cNvSpPr/>
            <p:nvPr/>
          </p:nvSpPr>
          <p:spPr>
            <a:xfrm rot="16200000">
              <a:off x="3023781" y="2087955"/>
              <a:ext cx="817806" cy="743339"/>
            </a:xfrm>
            <a:prstGeom prst="arc">
              <a:avLst>
                <a:gd name="adj1" fmla="val 16200000"/>
                <a:gd name="adj2" fmla="val 19578583"/>
              </a:avLst>
            </a:prstGeom>
            <a:ln>
              <a:solidFill>
                <a:srgbClr val="3101FF"/>
              </a:solidFill>
              <a:prstDash val="sysDot"/>
            </a:ln>
          </p:spPr>
          <p:style>
            <a:lnRef idx="1">
              <a:schemeClr val="dk1"/>
            </a:lnRef>
            <a:fillRef idx="0">
              <a:schemeClr val="dk1"/>
            </a:fillRef>
            <a:effectRef idx="0">
              <a:schemeClr val="dk1"/>
            </a:effectRef>
            <a:fontRef idx="minor">
              <a:schemeClr val="tx1"/>
            </a:fontRef>
          </p:style>
          <p:txBody>
            <a:bodyPr rtlCol="0" anchor="ctr"/>
            <a:lstStyle/>
            <a:p>
              <a:pPr algn="ctr"/>
              <a:endParaRPr lang="ko-KR" altLang="en-US"/>
            </a:p>
          </p:txBody>
        </p:sp>
        <p:cxnSp>
          <p:nvCxnSpPr>
            <p:cNvPr id="57" name="직선 연결선 56">
              <a:extLst>
                <a:ext uri="{FF2B5EF4-FFF2-40B4-BE49-F238E27FC236}">
                  <a16:creationId xmlns:a16="http://schemas.microsoft.com/office/drawing/2014/main" id="{9DB68F43-CC58-59E8-F614-114B62276078}"/>
                </a:ext>
              </a:extLst>
            </p:cNvPr>
            <p:cNvCxnSpPr>
              <a:cxnSpLocks/>
            </p:cNvCxnSpPr>
            <p:nvPr/>
          </p:nvCxnSpPr>
          <p:spPr>
            <a:xfrm flipV="1">
              <a:off x="3061253" y="2411896"/>
              <a:ext cx="0" cy="1113182"/>
            </a:xfrm>
            <a:prstGeom prst="line">
              <a:avLst/>
            </a:prstGeom>
            <a:ln>
              <a:solidFill>
                <a:srgbClr val="3101FF"/>
              </a:solidFill>
              <a:prstDash val="sysDot"/>
            </a:ln>
          </p:spPr>
          <p:style>
            <a:lnRef idx="2">
              <a:schemeClr val="dk1"/>
            </a:lnRef>
            <a:fillRef idx="0">
              <a:schemeClr val="dk1"/>
            </a:fillRef>
            <a:effectRef idx="1">
              <a:schemeClr val="dk1"/>
            </a:effectRef>
            <a:fontRef idx="minor">
              <a:schemeClr val="tx1"/>
            </a:fontRef>
          </p:style>
        </p:cxnSp>
        <p:sp>
          <p:nvSpPr>
            <p:cNvPr id="58" name="원호 57">
              <a:extLst>
                <a:ext uri="{FF2B5EF4-FFF2-40B4-BE49-F238E27FC236}">
                  <a16:creationId xmlns:a16="http://schemas.microsoft.com/office/drawing/2014/main" id="{385A152B-73C2-492C-7FF3-95BD0AB99282}"/>
                </a:ext>
              </a:extLst>
            </p:cNvPr>
            <p:cNvSpPr/>
            <p:nvPr/>
          </p:nvSpPr>
          <p:spPr>
            <a:xfrm rot="19275487">
              <a:off x="2651820" y="1798634"/>
              <a:ext cx="3000144" cy="3000144"/>
            </a:xfrm>
            <a:prstGeom prst="arc">
              <a:avLst>
                <a:gd name="adj1" fmla="val 16200000"/>
                <a:gd name="adj2" fmla="val 19035864"/>
              </a:avLst>
            </a:prstGeom>
            <a:ln>
              <a:solidFill>
                <a:srgbClr val="3101FF"/>
              </a:solidFill>
              <a:prstDash val="sysDot"/>
            </a:ln>
          </p:spPr>
          <p:style>
            <a:lnRef idx="1">
              <a:schemeClr val="dk1"/>
            </a:lnRef>
            <a:fillRef idx="0">
              <a:schemeClr val="dk1"/>
            </a:fillRef>
            <a:effectRef idx="0">
              <a:schemeClr val="dk1"/>
            </a:effectRef>
            <a:fontRef idx="minor">
              <a:schemeClr val="tx1"/>
            </a:fontRef>
          </p:style>
          <p:txBody>
            <a:bodyPr rtlCol="0" anchor="ctr"/>
            <a:lstStyle/>
            <a:p>
              <a:pPr algn="ctr"/>
              <a:endParaRPr lang="ko-KR" altLang="en-US"/>
            </a:p>
          </p:txBody>
        </p:sp>
      </p:grpSp>
      <p:sp>
        <p:nvSpPr>
          <p:cNvPr id="62" name="TextBox 61">
            <a:extLst>
              <a:ext uri="{FF2B5EF4-FFF2-40B4-BE49-F238E27FC236}">
                <a16:creationId xmlns:a16="http://schemas.microsoft.com/office/drawing/2014/main" id="{3C362FD6-2C60-8BED-2DA6-666C60CC6C8E}"/>
              </a:ext>
            </a:extLst>
          </p:cNvPr>
          <p:cNvSpPr txBox="1"/>
          <p:nvPr/>
        </p:nvSpPr>
        <p:spPr>
          <a:xfrm>
            <a:off x="2370949" y="6122548"/>
            <a:ext cx="1432812" cy="276999"/>
          </a:xfrm>
          <a:prstGeom prst="rect">
            <a:avLst/>
          </a:prstGeom>
          <a:noFill/>
        </p:spPr>
        <p:txBody>
          <a:bodyPr wrap="square" rtlCol="0">
            <a:spAutoFit/>
          </a:bodyPr>
          <a:lstStyle/>
          <a:p>
            <a:pPr algn="ctr"/>
            <a:r>
              <a:rPr lang="en-US" altLang="ko-KR" sz="1200" dirty="0">
                <a:latin typeface="AppleSDGothicNeoM00" panose="02000503000000000000" pitchFamily="2" charset="-127"/>
                <a:ea typeface="AppleSDGothicNeoM00" panose="02000503000000000000" pitchFamily="2" charset="-127"/>
              </a:rPr>
              <a:t>Final approach ring </a:t>
            </a:r>
            <a:endParaRPr lang="ko-KR" altLang="en-US" sz="1200" dirty="0">
              <a:latin typeface="AppleSDGothicNeoM00" panose="02000503000000000000" pitchFamily="2" charset="-127"/>
              <a:ea typeface="AppleSDGothicNeoM00" panose="02000503000000000000" pitchFamily="2" charset="-127"/>
            </a:endParaRPr>
          </a:p>
        </p:txBody>
      </p:sp>
      <p:sp>
        <p:nvSpPr>
          <p:cNvPr id="63" name="TextBox 62">
            <a:extLst>
              <a:ext uri="{FF2B5EF4-FFF2-40B4-BE49-F238E27FC236}">
                <a16:creationId xmlns:a16="http://schemas.microsoft.com/office/drawing/2014/main" id="{AC367D41-3D4F-F8EA-7409-D74317CD3AF0}"/>
              </a:ext>
            </a:extLst>
          </p:cNvPr>
          <p:cNvSpPr txBox="1"/>
          <p:nvPr/>
        </p:nvSpPr>
        <p:spPr>
          <a:xfrm>
            <a:off x="2410998" y="7220402"/>
            <a:ext cx="1432812" cy="276999"/>
          </a:xfrm>
          <a:prstGeom prst="rect">
            <a:avLst/>
          </a:prstGeom>
          <a:noFill/>
        </p:spPr>
        <p:txBody>
          <a:bodyPr wrap="square" rtlCol="0">
            <a:spAutoFit/>
          </a:bodyPr>
          <a:lstStyle/>
          <a:p>
            <a:pPr algn="ctr"/>
            <a:r>
              <a:rPr lang="en-US" altLang="ko-KR" sz="1200" dirty="0">
                <a:latin typeface="AppleSDGothicNeoM00" panose="02000503000000000000" pitchFamily="2" charset="-127"/>
                <a:ea typeface="AppleSDGothicNeoM00" panose="02000503000000000000" pitchFamily="2" charset="-127"/>
              </a:rPr>
              <a:t>Holding ring </a:t>
            </a:r>
            <a:endParaRPr lang="ko-KR" altLang="en-US" sz="1200" dirty="0">
              <a:latin typeface="AppleSDGothicNeoM00" panose="02000503000000000000" pitchFamily="2" charset="-127"/>
              <a:ea typeface="AppleSDGothicNeoM00" panose="02000503000000000000" pitchFamily="2" charset="-127"/>
            </a:endParaRPr>
          </a:p>
        </p:txBody>
      </p:sp>
      <p:pic>
        <p:nvPicPr>
          <p:cNvPr id="64" name="그림 63">
            <a:extLst>
              <a:ext uri="{FF2B5EF4-FFF2-40B4-BE49-F238E27FC236}">
                <a16:creationId xmlns:a16="http://schemas.microsoft.com/office/drawing/2014/main" id="{DB9749FA-530D-5518-CB3D-820E881ED9DD}"/>
              </a:ext>
            </a:extLst>
          </p:cNvPr>
          <p:cNvPicPr>
            <a:picLocks noChangeAspect="1"/>
          </p:cNvPicPr>
          <p:nvPr/>
        </p:nvPicPr>
        <p:blipFill>
          <a:blip r:embed="rId2"/>
          <a:stretch>
            <a:fillRect/>
          </a:stretch>
        </p:blipFill>
        <p:spPr>
          <a:xfrm rot="2643580">
            <a:off x="3479222" y="3984954"/>
            <a:ext cx="2158171" cy="2194750"/>
          </a:xfrm>
          <a:prstGeom prst="rect">
            <a:avLst/>
          </a:prstGeom>
        </p:spPr>
      </p:pic>
      <p:sp>
        <p:nvSpPr>
          <p:cNvPr id="59" name="타원 58">
            <a:extLst>
              <a:ext uri="{FF2B5EF4-FFF2-40B4-BE49-F238E27FC236}">
                <a16:creationId xmlns:a16="http://schemas.microsoft.com/office/drawing/2014/main" id="{33A63AD8-7840-4C38-4A1F-B52B18AB0A14}"/>
              </a:ext>
            </a:extLst>
          </p:cNvPr>
          <p:cNvSpPr/>
          <p:nvPr/>
        </p:nvSpPr>
        <p:spPr>
          <a:xfrm>
            <a:off x="3956092" y="5243064"/>
            <a:ext cx="50747" cy="48876"/>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ko-KR" altLang="en-US"/>
          </a:p>
        </p:txBody>
      </p:sp>
      <p:sp>
        <p:nvSpPr>
          <p:cNvPr id="60" name="타원 59">
            <a:extLst>
              <a:ext uri="{FF2B5EF4-FFF2-40B4-BE49-F238E27FC236}">
                <a16:creationId xmlns:a16="http://schemas.microsoft.com/office/drawing/2014/main" id="{7AA223D6-2779-ED7F-D1EF-FB3BDF7C2DD9}"/>
              </a:ext>
            </a:extLst>
          </p:cNvPr>
          <p:cNvSpPr/>
          <p:nvPr/>
        </p:nvSpPr>
        <p:spPr>
          <a:xfrm>
            <a:off x="3930718" y="5387655"/>
            <a:ext cx="50747" cy="48876"/>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ko-KR" altLang="en-US"/>
          </a:p>
        </p:txBody>
      </p:sp>
      <p:sp>
        <p:nvSpPr>
          <p:cNvPr id="61" name="타원 60">
            <a:extLst>
              <a:ext uri="{FF2B5EF4-FFF2-40B4-BE49-F238E27FC236}">
                <a16:creationId xmlns:a16="http://schemas.microsoft.com/office/drawing/2014/main" id="{5E2AE51F-A176-7AA4-7111-88E635651EAF}"/>
              </a:ext>
            </a:extLst>
          </p:cNvPr>
          <p:cNvSpPr/>
          <p:nvPr/>
        </p:nvSpPr>
        <p:spPr>
          <a:xfrm>
            <a:off x="3878105" y="5502167"/>
            <a:ext cx="50747" cy="48876"/>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ko-KR" altLang="en-US"/>
          </a:p>
        </p:txBody>
      </p:sp>
      <p:sp>
        <p:nvSpPr>
          <p:cNvPr id="68" name="TextBox 67">
            <a:extLst>
              <a:ext uri="{FF2B5EF4-FFF2-40B4-BE49-F238E27FC236}">
                <a16:creationId xmlns:a16="http://schemas.microsoft.com/office/drawing/2014/main" id="{A6944A22-FFAE-ECF1-A781-845B5AFE3A25}"/>
              </a:ext>
            </a:extLst>
          </p:cNvPr>
          <p:cNvSpPr txBox="1"/>
          <p:nvPr/>
        </p:nvSpPr>
        <p:spPr>
          <a:xfrm>
            <a:off x="2348606" y="5128077"/>
            <a:ext cx="1432812" cy="276999"/>
          </a:xfrm>
          <a:prstGeom prst="rect">
            <a:avLst/>
          </a:prstGeom>
          <a:noFill/>
        </p:spPr>
        <p:txBody>
          <a:bodyPr wrap="square" rtlCol="0">
            <a:spAutoFit/>
          </a:bodyPr>
          <a:lstStyle/>
          <a:p>
            <a:pPr algn="ctr"/>
            <a:r>
              <a:rPr lang="en-US" altLang="ko-KR" sz="1200" dirty="0" err="1">
                <a:latin typeface="AppleSDGothicNeoM00" panose="02000503000000000000" pitchFamily="2" charset="-127"/>
                <a:ea typeface="AppleSDGothicNeoM00" panose="02000503000000000000" pitchFamily="2" charset="-127"/>
              </a:rPr>
              <a:t>Veriport</a:t>
            </a:r>
            <a:endParaRPr lang="ko-KR" altLang="en-US" sz="1200" dirty="0">
              <a:latin typeface="AppleSDGothicNeoM00" panose="02000503000000000000" pitchFamily="2" charset="-127"/>
              <a:ea typeface="AppleSDGothicNeoM00" panose="02000503000000000000" pitchFamily="2" charset="-127"/>
            </a:endParaRPr>
          </a:p>
        </p:txBody>
      </p:sp>
      <p:sp>
        <p:nvSpPr>
          <p:cNvPr id="69" name="TextBox 68">
            <a:extLst>
              <a:ext uri="{FF2B5EF4-FFF2-40B4-BE49-F238E27FC236}">
                <a16:creationId xmlns:a16="http://schemas.microsoft.com/office/drawing/2014/main" id="{8D73E3CA-4E6E-AFF4-7B98-21BDE99122CF}"/>
              </a:ext>
            </a:extLst>
          </p:cNvPr>
          <p:cNvSpPr txBox="1"/>
          <p:nvPr/>
        </p:nvSpPr>
        <p:spPr>
          <a:xfrm>
            <a:off x="2056014" y="4378300"/>
            <a:ext cx="1432812" cy="276999"/>
          </a:xfrm>
          <a:prstGeom prst="rect">
            <a:avLst/>
          </a:prstGeom>
          <a:noFill/>
        </p:spPr>
        <p:txBody>
          <a:bodyPr wrap="square" rtlCol="0">
            <a:spAutoFit/>
          </a:bodyPr>
          <a:lstStyle/>
          <a:p>
            <a:pPr algn="ctr"/>
            <a:r>
              <a:rPr lang="en-US" altLang="ko-KR" sz="1200" dirty="0">
                <a:latin typeface="AppleSDGothicNeoM00" panose="02000503000000000000" pitchFamily="2" charset="-127"/>
                <a:ea typeface="AppleSDGothicNeoM00" panose="02000503000000000000" pitchFamily="2" charset="-127"/>
              </a:rPr>
              <a:t>1</a:t>
            </a:r>
            <a:r>
              <a:rPr lang="ko-KR" altLang="en-US" sz="1200" dirty="0">
                <a:latin typeface="AppleSDGothicNeoM00" panose="02000503000000000000" pitchFamily="2" charset="-127"/>
                <a:ea typeface="AppleSDGothicNeoM00" panose="02000503000000000000" pitchFamily="2" charset="-127"/>
              </a:rPr>
              <a:t>구간</a:t>
            </a:r>
          </a:p>
        </p:txBody>
      </p:sp>
      <p:sp>
        <p:nvSpPr>
          <p:cNvPr id="70" name="TextBox 69">
            <a:extLst>
              <a:ext uri="{FF2B5EF4-FFF2-40B4-BE49-F238E27FC236}">
                <a16:creationId xmlns:a16="http://schemas.microsoft.com/office/drawing/2014/main" id="{AC2D2639-364C-09DE-59CB-E88588790B32}"/>
              </a:ext>
            </a:extLst>
          </p:cNvPr>
          <p:cNvSpPr txBox="1"/>
          <p:nvPr/>
        </p:nvSpPr>
        <p:spPr>
          <a:xfrm>
            <a:off x="2609965" y="3350841"/>
            <a:ext cx="1432812" cy="276999"/>
          </a:xfrm>
          <a:prstGeom prst="rect">
            <a:avLst/>
          </a:prstGeom>
          <a:noFill/>
        </p:spPr>
        <p:txBody>
          <a:bodyPr wrap="square" rtlCol="0">
            <a:spAutoFit/>
          </a:bodyPr>
          <a:lstStyle/>
          <a:p>
            <a:pPr algn="ctr"/>
            <a:r>
              <a:rPr lang="en-US" altLang="ko-KR" sz="1200" dirty="0">
                <a:latin typeface="AppleSDGothicNeoM00" panose="02000503000000000000" pitchFamily="2" charset="-127"/>
                <a:ea typeface="AppleSDGothicNeoM00" panose="02000503000000000000" pitchFamily="2" charset="-127"/>
              </a:rPr>
              <a:t>2</a:t>
            </a:r>
            <a:r>
              <a:rPr lang="ko-KR" altLang="en-US" sz="1200" dirty="0">
                <a:latin typeface="AppleSDGothicNeoM00" panose="02000503000000000000" pitchFamily="2" charset="-127"/>
                <a:ea typeface="AppleSDGothicNeoM00" panose="02000503000000000000" pitchFamily="2" charset="-127"/>
              </a:rPr>
              <a:t>구간</a:t>
            </a:r>
          </a:p>
        </p:txBody>
      </p:sp>
      <p:sp>
        <p:nvSpPr>
          <p:cNvPr id="71" name="TextBox 70">
            <a:extLst>
              <a:ext uri="{FF2B5EF4-FFF2-40B4-BE49-F238E27FC236}">
                <a16:creationId xmlns:a16="http://schemas.microsoft.com/office/drawing/2014/main" id="{4DB9C88B-EA74-7F91-F990-972E74BBA06A}"/>
              </a:ext>
            </a:extLst>
          </p:cNvPr>
          <p:cNvSpPr txBox="1"/>
          <p:nvPr/>
        </p:nvSpPr>
        <p:spPr>
          <a:xfrm>
            <a:off x="4384875" y="3688212"/>
            <a:ext cx="1432812" cy="276999"/>
          </a:xfrm>
          <a:prstGeom prst="rect">
            <a:avLst/>
          </a:prstGeom>
          <a:noFill/>
        </p:spPr>
        <p:txBody>
          <a:bodyPr wrap="square" rtlCol="0">
            <a:spAutoFit/>
          </a:bodyPr>
          <a:lstStyle/>
          <a:p>
            <a:pPr algn="ctr"/>
            <a:r>
              <a:rPr lang="en-US" altLang="ko-KR" sz="1200" dirty="0">
                <a:latin typeface="AppleSDGothicNeoM00" panose="02000503000000000000" pitchFamily="2" charset="-127"/>
                <a:ea typeface="AppleSDGothicNeoM00" panose="02000503000000000000" pitchFamily="2" charset="-127"/>
              </a:rPr>
              <a:t>3</a:t>
            </a:r>
            <a:r>
              <a:rPr lang="ko-KR" altLang="en-US" sz="1200" dirty="0">
                <a:latin typeface="AppleSDGothicNeoM00" panose="02000503000000000000" pitchFamily="2" charset="-127"/>
                <a:ea typeface="AppleSDGothicNeoM00" panose="02000503000000000000" pitchFamily="2" charset="-127"/>
              </a:rPr>
              <a:t>구간</a:t>
            </a:r>
          </a:p>
        </p:txBody>
      </p:sp>
      <p:sp>
        <p:nvSpPr>
          <p:cNvPr id="72" name="원호 71">
            <a:extLst>
              <a:ext uri="{FF2B5EF4-FFF2-40B4-BE49-F238E27FC236}">
                <a16:creationId xmlns:a16="http://schemas.microsoft.com/office/drawing/2014/main" id="{9E1D1A68-C7A4-2721-E494-6A1369671DBA}"/>
              </a:ext>
            </a:extLst>
          </p:cNvPr>
          <p:cNvSpPr/>
          <p:nvPr/>
        </p:nvSpPr>
        <p:spPr>
          <a:xfrm>
            <a:off x="782132" y="2911020"/>
            <a:ext cx="4448069" cy="4475209"/>
          </a:xfrm>
          <a:prstGeom prst="arc">
            <a:avLst>
              <a:gd name="adj1" fmla="val 18503278"/>
              <a:gd name="adj2" fmla="val 21171285"/>
            </a:avLst>
          </a:prstGeom>
          <a:noFill/>
          <a:ln w="127000">
            <a:solidFill>
              <a:srgbClr val="FFFF00">
                <a:alpha val="47000"/>
              </a:srgbClr>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ko-KR" altLang="en-US"/>
          </a:p>
        </p:txBody>
      </p:sp>
      <p:cxnSp>
        <p:nvCxnSpPr>
          <p:cNvPr id="74" name="직선 연결선 73">
            <a:extLst>
              <a:ext uri="{FF2B5EF4-FFF2-40B4-BE49-F238E27FC236}">
                <a16:creationId xmlns:a16="http://schemas.microsoft.com/office/drawing/2014/main" id="{D3AC4A2E-C311-033A-926E-F361C106A179}"/>
              </a:ext>
            </a:extLst>
          </p:cNvPr>
          <p:cNvCxnSpPr>
            <a:cxnSpLocks/>
            <a:stCxn id="68" idx="0"/>
          </p:cNvCxnSpPr>
          <p:nvPr/>
        </p:nvCxnSpPr>
        <p:spPr>
          <a:xfrm flipV="1">
            <a:off x="3065012" y="5121101"/>
            <a:ext cx="52378" cy="6976"/>
          </a:xfrm>
          <a:prstGeom prst="line">
            <a:avLst/>
          </a:prstGeom>
        </p:spPr>
        <p:style>
          <a:lnRef idx="1">
            <a:schemeClr val="dk1"/>
          </a:lnRef>
          <a:fillRef idx="0">
            <a:schemeClr val="dk1"/>
          </a:fillRef>
          <a:effectRef idx="0">
            <a:schemeClr val="dk1"/>
          </a:effectRef>
          <a:fontRef idx="minor">
            <a:schemeClr val="tx1"/>
          </a:fontRef>
        </p:style>
      </p:cxnSp>
      <p:cxnSp>
        <p:nvCxnSpPr>
          <p:cNvPr id="80" name="직선 연결선 79">
            <a:extLst>
              <a:ext uri="{FF2B5EF4-FFF2-40B4-BE49-F238E27FC236}">
                <a16:creationId xmlns:a16="http://schemas.microsoft.com/office/drawing/2014/main" id="{B5286DF8-A3CB-ECF7-FF6F-930784CF2612}"/>
              </a:ext>
            </a:extLst>
          </p:cNvPr>
          <p:cNvCxnSpPr>
            <a:endCxn id="11" idx="0"/>
          </p:cNvCxnSpPr>
          <p:nvPr/>
        </p:nvCxnSpPr>
        <p:spPr>
          <a:xfrm flipV="1">
            <a:off x="3061013" y="4048395"/>
            <a:ext cx="2" cy="1050002"/>
          </a:xfrm>
          <a:prstGeom prst="line">
            <a:avLst/>
          </a:prstGeom>
          <a:ln w="101600">
            <a:solidFill>
              <a:srgbClr val="FFFF00">
                <a:alpha val="50000"/>
              </a:srgbClr>
            </a:solidFill>
          </a:ln>
        </p:spPr>
        <p:style>
          <a:lnRef idx="2">
            <a:schemeClr val="accent1"/>
          </a:lnRef>
          <a:fillRef idx="0">
            <a:schemeClr val="accent1"/>
          </a:fillRef>
          <a:effectRef idx="1">
            <a:schemeClr val="accent1"/>
          </a:effectRef>
          <a:fontRef idx="minor">
            <a:schemeClr val="tx1"/>
          </a:fontRef>
        </p:style>
      </p:cxnSp>
      <p:sp>
        <p:nvSpPr>
          <p:cNvPr id="82" name="원호 81">
            <a:extLst>
              <a:ext uri="{FF2B5EF4-FFF2-40B4-BE49-F238E27FC236}">
                <a16:creationId xmlns:a16="http://schemas.microsoft.com/office/drawing/2014/main" id="{8600F287-552B-5BC3-383E-2A2D73021A7B}"/>
              </a:ext>
            </a:extLst>
          </p:cNvPr>
          <p:cNvSpPr/>
          <p:nvPr/>
        </p:nvSpPr>
        <p:spPr>
          <a:xfrm rot="16200000">
            <a:off x="3016090" y="3676725"/>
            <a:ext cx="817806" cy="743339"/>
          </a:xfrm>
          <a:prstGeom prst="arc">
            <a:avLst>
              <a:gd name="adj1" fmla="val 16200000"/>
              <a:gd name="adj2" fmla="val 19578583"/>
            </a:avLst>
          </a:prstGeom>
          <a:ln w="101600">
            <a:solidFill>
              <a:srgbClr val="FFC000">
                <a:alpha val="50000"/>
              </a:srgbClr>
            </a:solidFill>
            <a:prstDash val="solid"/>
          </a:ln>
        </p:spPr>
        <p:style>
          <a:lnRef idx="1">
            <a:schemeClr val="dk1"/>
          </a:lnRef>
          <a:fillRef idx="0">
            <a:schemeClr val="dk1"/>
          </a:fillRef>
          <a:effectRef idx="0">
            <a:schemeClr val="dk1"/>
          </a:effectRef>
          <a:fontRef idx="minor">
            <a:schemeClr val="tx1"/>
          </a:fontRef>
        </p:style>
        <p:txBody>
          <a:bodyPr rtlCol="0" anchor="ctr"/>
          <a:lstStyle/>
          <a:p>
            <a:pPr algn="ctr"/>
            <a:endParaRPr lang="ko-KR" altLang="en-US"/>
          </a:p>
        </p:txBody>
      </p:sp>
      <p:sp>
        <p:nvSpPr>
          <p:cNvPr id="84" name="원호 83">
            <a:extLst>
              <a:ext uri="{FF2B5EF4-FFF2-40B4-BE49-F238E27FC236}">
                <a16:creationId xmlns:a16="http://schemas.microsoft.com/office/drawing/2014/main" id="{FD85C418-4CAB-161B-8EE9-9B258F914783}"/>
              </a:ext>
            </a:extLst>
          </p:cNvPr>
          <p:cNvSpPr/>
          <p:nvPr/>
        </p:nvSpPr>
        <p:spPr>
          <a:xfrm rot="19275487">
            <a:off x="2644129" y="3387404"/>
            <a:ext cx="3000144" cy="3000144"/>
          </a:xfrm>
          <a:prstGeom prst="arc">
            <a:avLst>
              <a:gd name="adj1" fmla="val 16200000"/>
              <a:gd name="adj2" fmla="val 19035864"/>
            </a:avLst>
          </a:prstGeom>
          <a:ln w="101600">
            <a:solidFill>
              <a:srgbClr val="FFC000">
                <a:alpha val="50000"/>
              </a:srgbClr>
            </a:solidFill>
            <a:prstDash val="solid"/>
          </a:ln>
        </p:spPr>
        <p:style>
          <a:lnRef idx="1">
            <a:schemeClr val="dk1"/>
          </a:lnRef>
          <a:fillRef idx="0">
            <a:schemeClr val="dk1"/>
          </a:fillRef>
          <a:effectRef idx="0">
            <a:schemeClr val="dk1"/>
          </a:effectRef>
          <a:fontRef idx="minor">
            <a:schemeClr val="tx1"/>
          </a:fontRef>
        </p:style>
        <p:txBody>
          <a:bodyPr rtlCol="0" anchor="ctr"/>
          <a:lstStyle/>
          <a:p>
            <a:pPr algn="ctr"/>
            <a:endParaRPr lang="ko-KR" altLang="en-US"/>
          </a:p>
        </p:txBody>
      </p:sp>
      <p:pic>
        <p:nvPicPr>
          <p:cNvPr id="3" name="그림 2">
            <a:extLst>
              <a:ext uri="{FF2B5EF4-FFF2-40B4-BE49-F238E27FC236}">
                <a16:creationId xmlns:a16="http://schemas.microsoft.com/office/drawing/2014/main" id="{7D27CBA2-197D-B4E5-03AE-6E9C88E1A6A5}"/>
              </a:ext>
            </a:extLst>
          </p:cNvPr>
          <p:cNvPicPr>
            <a:picLocks noChangeAspect="1"/>
          </p:cNvPicPr>
          <p:nvPr/>
        </p:nvPicPr>
        <p:blipFill>
          <a:blip r:embed="rId3"/>
          <a:stretch>
            <a:fillRect/>
          </a:stretch>
        </p:blipFill>
        <p:spPr>
          <a:xfrm>
            <a:off x="782132" y="-2178474"/>
            <a:ext cx="4791744" cy="3019846"/>
          </a:xfrm>
          <a:prstGeom prst="rect">
            <a:avLst/>
          </a:prstGeom>
        </p:spPr>
      </p:pic>
      <p:cxnSp>
        <p:nvCxnSpPr>
          <p:cNvPr id="6" name="직선 연결선 5">
            <a:extLst>
              <a:ext uri="{FF2B5EF4-FFF2-40B4-BE49-F238E27FC236}">
                <a16:creationId xmlns:a16="http://schemas.microsoft.com/office/drawing/2014/main" id="{15F82C49-6FAE-7B63-F3DD-9103F437B36C}"/>
              </a:ext>
            </a:extLst>
          </p:cNvPr>
          <p:cNvCxnSpPr>
            <a:cxnSpLocks/>
          </p:cNvCxnSpPr>
          <p:nvPr/>
        </p:nvCxnSpPr>
        <p:spPr>
          <a:xfrm>
            <a:off x="3065012" y="1597643"/>
            <a:ext cx="1096171" cy="8010"/>
          </a:xfrm>
          <a:prstGeom prst="line">
            <a:avLst/>
          </a:prstGeom>
          <a:ln>
            <a:headEnd type="diamond" w="med" len="med"/>
            <a:tailEnd type="diamond" w="med" len="med"/>
          </a:ln>
        </p:spPr>
        <p:style>
          <a:lnRef idx="2">
            <a:schemeClr val="accent1"/>
          </a:lnRef>
          <a:fillRef idx="0">
            <a:schemeClr val="accent1"/>
          </a:fillRef>
          <a:effectRef idx="1">
            <a:schemeClr val="accent1"/>
          </a:effectRef>
          <a:fontRef idx="minor">
            <a:schemeClr val="tx1"/>
          </a:fontRef>
        </p:style>
      </p:cxnSp>
      <p:cxnSp>
        <p:nvCxnSpPr>
          <p:cNvPr id="8" name="직선 연결선 7">
            <a:extLst>
              <a:ext uri="{FF2B5EF4-FFF2-40B4-BE49-F238E27FC236}">
                <a16:creationId xmlns:a16="http://schemas.microsoft.com/office/drawing/2014/main" id="{2597A00B-0712-269A-FFA2-E535E425A65F}"/>
              </a:ext>
            </a:extLst>
          </p:cNvPr>
          <p:cNvCxnSpPr>
            <a:cxnSpLocks/>
          </p:cNvCxnSpPr>
          <p:nvPr/>
        </p:nvCxnSpPr>
        <p:spPr>
          <a:xfrm>
            <a:off x="4161183" y="5095684"/>
            <a:ext cx="312910" cy="0"/>
          </a:xfrm>
          <a:prstGeom prst="line">
            <a:avLst/>
          </a:prstGeom>
          <a:ln>
            <a:headEnd type="diamond" w="med" len="med"/>
            <a:tailEnd type="diamond" w="med" len="med"/>
          </a:ln>
        </p:spPr>
        <p:style>
          <a:lnRef idx="2">
            <a:schemeClr val="accent1"/>
          </a:lnRef>
          <a:fillRef idx="0">
            <a:schemeClr val="accent1"/>
          </a:fillRef>
          <a:effectRef idx="1">
            <a:schemeClr val="accent1"/>
          </a:effectRef>
          <a:fontRef idx="minor">
            <a:schemeClr val="tx1"/>
          </a:fontRef>
        </p:style>
      </p:cxnSp>
      <p:cxnSp>
        <p:nvCxnSpPr>
          <p:cNvPr id="14" name="직선 연결선 13">
            <a:extLst>
              <a:ext uri="{FF2B5EF4-FFF2-40B4-BE49-F238E27FC236}">
                <a16:creationId xmlns:a16="http://schemas.microsoft.com/office/drawing/2014/main" id="{6C507D11-D175-97A1-FFE9-3DA18A4C4701}"/>
              </a:ext>
            </a:extLst>
          </p:cNvPr>
          <p:cNvCxnSpPr>
            <a:cxnSpLocks/>
          </p:cNvCxnSpPr>
          <p:nvPr/>
        </p:nvCxnSpPr>
        <p:spPr>
          <a:xfrm>
            <a:off x="4161183" y="1597643"/>
            <a:ext cx="312910" cy="0"/>
          </a:xfrm>
          <a:prstGeom prst="line">
            <a:avLst/>
          </a:prstGeom>
          <a:ln>
            <a:headEnd type="diamond" w="med" len="med"/>
            <a:tailEnd type="diamond" w="med" len="med"/>
          </a:ln>
        </p:spPr>
        <p:style>
          <a:lnRef idx="2">
            <a:schemeClr val="accent1"/>
          </a:lnRef>
          <a:fillRef idx="0">
            <a:schemeClr val="accent1"/>
          </a:fillRef>
          <a:effectRef idx="1">
            <a:schemeClr val="accent1"/>
          </a:effectRef>
          <a:fontRef idx="minor">
            <a:schemeClr val="tx1"/>
          </a:fontRef>
        </p:style>
      </p:cxnSp>
      <p:cxnSp>
        <p:nvCxnSpPr>
          <p:cNvPr id="15" name="직선 연결선 14">
            <a:extLst>
              <a:ext uri="{FF2B5EF4-FFF2-40B4-BE49-F238E27FC236}">
                <a16:creationId xmlns:a16="http://schemas.microsoft.com/office/drawing/2014/main" id="{29B3D1CB-01D1-ADB9-C58C-45ADEFC1FF5C}"/>
              </a:ext>
            </a:extLst>
          </p:cNvPr>
          <p:cNvCxnSpPr>
            <a:cxnSpLocks/>
          </p:cNvCxnSpPr>
          <p:nvPr/>
        </p:nvCxnSpPr>
        <p:spPr>
          <a:xfrm>
            <a:off x="4466937" y="5095684"/>
            <a:ext cx="754420" cy="0"/>
          </a:xfrm>
          <a:prstGeom prst="line">
            <a:avLst/>
          </a:prstGeom>
          <a:ln>
            <a:headEnd type="diamond" w="med" len="med"/>
            <a:tailEnd type="diamond" w="med" len="med"/>
          </a:ln>
        </p:spPr>
        <p:style>
          <a:lnRef idx="2">
            <a:schemeClr val="accent1"/>
          </a:lnRef>
          <a:fillRef idx="0">
            <a:schemeClr val="accent1"/>
          </a:fillRef>
          <a:effectRef idx="1">
            <a:schemeClr val="accent1"/>
          </a:effectRef>
          <a:fontRef idx="minor">
            <a:schemeClr val="tx1"/>
          </a:fontRef>
        </p:style>
      </p:cxnSp>
      <p:cxnSp>
        <p:nvCxnSpPr>
          <p:cNvPr id="18" name="직선 연결선 17">
            <a:extLst>
              <a:ext uri="{FF2B5EF4-FFF2-40B4-BE49-F238E27FC236}">
                <a16:creationId xmlns:a16="http://schemas.microsoft.com/office/drawing/2014/main" id="{2D5B2B05-0E44-4350-F3B9-67C5FA79A0A4}"/>
              </a:ext>
            </a:extLst>
          </p:cNvPr>
          <p:cNvCxnSpPr>
            <a:cxnSpLocks/>
          </p:cNvCxnSpPr>
          <p:nvPr/>
        </p:nvCxnSpPr>
        <p:spPr>
          <a:xfrm>
            <a:off x="4466937" y="1597643"/>
            <a:ext cx="754420" cy="0"/>
          </a:xfrm>
          <a:prstGeom prst="line">
            <a:avLst/>
          </a:prstGeom>
          <a:ln>
            <a:headEnd type="diamond" w="med" len="med"/>
            <a:tailEnd type="diamond" w="med" len="med"/>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50256320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5798B1A-A4BF-743F-14C9-B8CBD6160701}"/>
              </a:ext>
            </a:extLst>
          </p:cNvPr>
          <p:cNvSpPr>
            <a:spLocks noGrp="1"/>
          </p:cNvSpPr>
          <p:nvPr>
            <p:ph type="title"/>
          </p:nvPr>
        </p:nvSpPr>
        <p:spPr/>
        <p:txBody>
          <a:bodyPr/>
          <a:lstStyle/>
          <a:p>
            <a:endParaRPr lang="ko-KR" altLang="en-US"/>
          </a:p>
        </p:txBody>
      </p:sp>
      <p:sp>
        <p:nvSpPr>
          <p:cNvPr id="3" name="내용 개체 틀 2">
            <a:extLst>
              <a:ext uri="{FF2B5EF4-FFF2-40B4-BE49-F238E27FC236}">
                <a16:creationId xmlns:a16="http://schemas.microsoft.com/office/drawing/2014/main" id="{59B772BB-6AA3-81DB-8D67-AE003A2627F9}"/>
              </a:ext>
            </a:extLst>
          </p:cNvPr>
          <p:cNvSpPr>
            <a:spLocks noGrp="1"/>
          </p:cNvSpPr>
          <p:nvPr>
            <p:ph idx="1"/>
          </p:nvPr>
        </p:nvSpPr>
        <p:spPr/>
        <p:txBody>
          <a:bodyPr/>
          <a:lstStyle/>
          <a:p>
            <a:endParaRPr lang="ko-KR" altLang="en-US"/>
          </a:p>
        </p:txBody>
      </p:sp>
      <p:pic>
        <p:nvPicPr>
          <p:cNvPr id="5" name="그림 4">
            <a:extLst>
              <a:ext uri="{FF2B5EF4-FFF2-40B4-BE49-F238E27FC236}">
                <a16:creationId xmlns:a16="http://schemas.microsoft.com/office/drawing/2014/main" id="{E8101AFB-45C7-AFB4-19BD-F5116B04ECE2}"/>
              </a:ext>
            </a:extLst>
          </p:cNvPr>
          <p:cNvPicPr>
            <a:picLocks noChangeAspect="1"/>
          </p:cNvPicPr>
          <p:nvPr/>
        </p:nvPicPr>
        <p:blipFill>
          <a:blip r:embed="rId2"/>
          <a:stretch>
            <a:fillRect/>
          </a:stretch>
        </p:blipFill>
        <p:spPr>
          <a:xfrm>
            <a:off x="184912" y="232916"/>
            <a:ext cx="11822175" cy="6392167"/>
          </a:xfrm>
          <a:prstGeom prst="rect">
            <a:avLst/>
          </a:prstGeom>
        </p:spPr>
      </p:pic>
    </p:spTree>
    <p:extLst>
      <p:ext uri="{BB962C8B-B14F-4D97-AF65-F5344CB8AC3E}">
        <p14:creationId xmlns:p14="http://schemas.microsoft.com/office/powerpoint/2010/main" val="723873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Schematic representation of the landing routes (STAR and instrument... |  Download Scientific Diagram">
            <a:extLst>
              <a:ext uri="{FF2B5EF4-FFF2-40B4-BE49-F238E27FC236}">
                <a16:creationId xmlns:a16="http://schemas.microsoft.com/office/drawing/2014/main" id="{579C30F4-4882-3D86-DEF3-80D4FCF3A71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10804" y="-400050"/>
            <a:ext cx="8096250" cy="3829050"/>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Approach Procedure( 1 / 2) : 네이버 블로그">
            <a:extLst>
              <a:ext uri="{FF2B5EF4-FFF2-40B4-BE49-F238E27FC236}">
                <a16:creationId xmlns:a16="http://schemas.microsoft.com/office/drawing/2014/main" id="{4FD95918-B1D5-4C1B-78E2-A1EAA4B9099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914421" y="8975725"/>
            <a:ext cx="3990975" cy="1143000"/>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Joining the Approach - IFR Magazine">
            <a:extLst>
              <a:ext uri="{FF2B5EF4-FFF2-40B4-BE49-F238E27FC236}">
                <a16:creationId xmlns:a16="http://schemas.microsoft.com/office/drawing/2014/main" id="{E559637D-3FD9-7132-BD37-A4BC3FC608A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19892" y="3429000"/>
            <a:ext cx="6477000" cy="6553200"/>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Figure 3C-87. Approach Execution">
            <a:extLst>
              <a:ext uri="{FF2B5EF4-FFF2-40B4-BE49-F238E27FC236}">
                <a16:creationId xmlns:a16="http://schemas.microsoft.com/office/drawing/2014/main" id="{A58D5B86-8AAE-959F-4150-40B7B5D89343}"/>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096000" y="6040438"/>
            <a:ext cx="6248400" cy="23907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6420759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56AAB715-77E5-6E7C-C145-B3BE9EB9814F}"/>
              </a:ext>
            </a:extLst>
          </p:cNvPr>
          <p:cNvSpPr>
            <a:spLocks noGrp="1"/>
          </p:cNvSpPr>
          <p:nvPr>
            <p:ph type="title"/>
          </p:nvPr>
        </p:nvSpPr>
        <p:spPr/>
        <p:txBody>
          <a:bodyPr/>
          <a:lstStyle/>
          <a:p>
            <a:endParaRPr lang="ko-KR" altLang="en-US"/>
          </a:p>
        </p:txBody>
      </p:sp>
      <p:sp>
        <p:nvSpPr>
          <p:cNvPr id="3" name="내용 개체 틀 2">
            <a:extLst>
              <a:ext uri="{FF2B5EF4-FFF2-40B4-BE49-F238E27FC236}">
                <a16:creationId xmlns:a16="http://schemas.microsoft.com/office/drawing/2014/main" id="{8A43306B-4EE1-FC4D-2065-57ECE6D702FD}"/>
              </a:ext>
            </a:extLst>
          </p:cNvPr>
          <p:cNvSpPr>
            <a:spLocks noGrp="1"/>
          </p:cNvSpPr>
          <p:nvPr>
            <p:ph idx="1"/>
          </p:nvPr>
        </p:nvSpPr>
        <p:spPr/>
        <p:txBody>
          <a:bodyPr/>
          <a:lstStyle/>
          <a:p>
            <a:endParaRPr lang="ko-KR" altLang="en-US" dirty="0"/>
          </a:p>
        </p:txBody>
      </p:sp>
      <p:pic>
        <p:nvPicPr>
          <p:cNvPr id="2050" name="Picture 2">
            <a:extLst>
              <a:ext uri="{FF2B5EF4-FFF2-40B4-BE49-F238E27FC236}">
                <a16:creationId xmlns:a16="http://schemas.microsoft.com/office/drawing/2014/main" id="{395E439F-206B-E809-223F-CBBCF4C5D93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76625" y="2124075"/>
            <a:ext cx="5238750" cy="2609850"/>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a:extLst>
              <a:ext uri="{FF2B5EF4-FFF2-40B4-BE49-F238E27FC236}">
                <a16:creationId xmlns:a16="http://schemas.microsoft.com/office/drawing/2014/main" id="{3D7FFA67-A5F8-DA0E-24B5-F7AF97864EA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93795" y="4395788"/>
            <a:ext cx="5238750" cy="1781175"/>
          </a:xfrm>
          <a:prstGeom prst="rect">
            <a:avLst/>
          </a:prstGeom>
          <a:noFill/>
          <a:extLst>
            <a:ext uri="{909E8E84-426E-40DD-AFC4-6F175D3DCCD1}">
              <a14:hiddenFill xmlns:a14="http://schemas.microsoft.com/office/drawing/2010/main">
                <a:solidFill>
                  <a:srgbClr val="FFFFFF"/>
                </a:solidFill>
              </a14:hiddenFill>
            </a:ext>
          </a:extLst>
        </p:spPr>
      </p:pic>
      <p:pic>
        <p:nvPicPr>
          <p:cNvPr id="5" name="그림 4">
            <a:extLst>
              <a:ext uri="{FF2B5EF4-FFF2-40B4-BE49-F238E27FC236}">
                <a16:creationId xmlns:a16="http://schemas.microsoft.com/office/drawing/2014/main" id="{A02AA1AC-6538-B29B-F380-ACDAE118E041}"/>
              </a:ext>
            </a:extLst>
          </p:cNvPr>
          <p:cNvPicPr>
            <a:picLocks noChangeAspect="1"/>
          </p:cNvPicPr>
          <p:nvPr/>
        </p:nvPicPr>
        <p:blipFill>
          <a:blip r:embed="rId4"/>
          <a:stretch>
            <a:fillRect/>
          </a:stretch>
        </p:blipFill>
        <p:spPr>
          <a:xfrm>
            <a:off x="8439150" y="1027906"/>
            <a:ext cx="5177029" cy="3429000"/>
          </a:xfrm>
          <a:prstGeom prst="rect">
            <a:avLst/>
          </a:prstGeom>
        </p:spPr>
      </p:pic>
    </p:spTree>
    <p:extLst>
      <p:ext uri="{BB962C8B-B14F-4D97-AF65-F5344CB8AC3E}">
        <p14:creationId xmlns:p14="http://schemas.microsoft.com/office/powerpoint/2010/main" val="3341397033"/>
      </p:ext>
    </p:extLst>
  </p:cSld>
  <p:clrMapOvr>
    <a:masterClrMapping/>
  </p:clrMapOvr>
</p:sld>
</file>

<file path=ppt/theme/theme1.xml><?xml version="1.0" encoding="utf-8"?>
<a:theme xmlns:a="http://schemas.openxmlformats.org/drawingml/2006/main" name="Office 테마">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애플">
      <a:majorFont>
        <a:latin typeface="AppleSDGothicNeoB00"/>
        <a:ea typeface="AppleSDGothicNeoB00"/>
        <a:cs typeface=""/>
      </a:majorFont>
      <a:minorFont>
        <a:latin typeface="AppleSDGothicNeoM00"/>
        <a:ea typeface="AppleSDGothicNeoM00"/>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맑은 고딕"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39298</TotalTime>
  <Words>2194</Words>
  <Application>Microsoft Office PowerPoint</Application>
  <PresentationFormat>와이드스크린</PresentationFormat>
  <Paragraphs>391</Paragraphs>
  <Slides>31</Slides>
  <Notes>4</Notes>
  <HiddenSlides>0</HiddenSlides>
  <MMClips>0</MMClips>
  <ScaleCrop>false</ScaleCrop>
  <HeadingPairs>
    <vt:vector size="6" baseType="variant">
      <vt:variant>
        <vt:lpstr>사용한 글꼴</vt:lpstr>
      </vt:variant>
      <vt:variant>
        <vt:i4>7</vt:i4>
      </vt:variant>
      <vt:variant>
        <vt:lpstr>테마</vt:lpstr>
      </vt:variant>
      <vt:variant>
        <vt:i4>1</vt:i4>
      </vt:variant>
      <vt:variant>
        <vt:lpstr>슬라이드 제목</vt:lpstr>
      </vt:variant>
      <vt:variant>
        <vt:i4>31</vt:i4>
      </vt:variant>
    </vt:vector>
  </HeadingPairs>
  <TitlesOfParts>
    <vt:vector size="39" baseType="lpstr">
      <vt:lpstr>AppleSDGothicNeoB00</vt:lpstr>
      <vt:lpstr>AppleSDGothicNeoM00</vt:lpstr>
      <vt:lpstr>Arial</vt:lpstr>
      <vt:lpstr>Cambria Math</vt:lpstr>
      <vt:lpstr>Wingdings</vt:lpstr>
      <vt:lpstr>나눔바른고딕</vt:lpstr>
      <vt:lpstr>맑은 고딕</vt:lpstr>
      <vt:lpstr>Office 테마</vt:lpstr>
      <vt:lpstr>PowerPoint 프레젠테이션</vt:lpstr>
      <vt:lpstr>PowerPoint 프레젠테이션</vt:lpstr>
      <vt:lpstr>Deproach concept</vt:lpstr>
      <vt:lpstr>PowerPoint 프레젠테이션</vt:lpstr>
      <vt:lpstr>PowerPoint 프레젠테이션</vt:lpstr>
      <vt:lpstr>PowerPoint 프레젠테이션</vt:lpstr>
      <vt:lpstr>PowerPoint 프레젠테이션</vt:lpstr>
      <vt:lpstr>Overall Procedure</vt:lpstr>
      <vt:lpstr>UAM ‘Wheel’ concept</vt:lpstr>
      <vt:lpstr>UAM ‘Wheel’ concept</vt:lpstr>
      <vt:lpstr>UAM ‘Wheel’ concept</vt:lpstr>
      <vt:lpstr>Departure procedure sequence</vt:lpstr>
      <vt:lpstr>Departure  Pilot rating w.r.t. speed, angle</vt:lpstr>
      <vt:lpstr>Departure  safety, comfort, rating w.r.t. speed, angle</vt:lpstr>
      <vt:lpstr>Departure  safety, comfort, rating w.r.t. speed, angle</vt:lpstr>
      <vt:lpstr>Departure  Linear and Rotational Acceleration w.r.t angle</vt:lpstr>
      <vt:lpstr>Speed, angle vs. flight stability</vt:lpstr>
      <vt:lpstr>Approach procedure sequence</vt:lpstr>
      <vt:lpstr>Missed Approach Procedure</vt:lpstr>
      <vt:lpstr>Enroute procedure sequence</vt:lpstr>
      <vt:lpstr>OLS</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조정우(Jungwoo Cho)</dc:creator>
  <cp:lastModifiedBy>조정우(Jungwoo Cho)</cp:lastModifiedBy>
  <cp:revision>26</cp:revision>
  <dcterms:created xsi:type="dcterms:W3CDTF">2024-08-22T04:22:51Z</dcterms:created>
  <dcterms:modified xsi:type="dcterms:W3CDTF">2025-06-05T04:11:43Z</dcterms:modified>
</cp:coreProperties>
</file>